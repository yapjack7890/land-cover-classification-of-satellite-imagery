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3"/>
  </p:notesMasterIdLst>
  <p:sldIdLst>
    <p:sldId id="259" r:id="rId2"/>
  </p:sldIdLst>
  <p:sldSz cx="30275213" cy="21383625"/>
  <p:notesSz cx="6858000" cy="9144000"/>
  <p:embeddedFontLst>
    <p:embeddedFont>
      <p:font typeface="Oxygen" panose="02000503000000000000" pitchFamily="2" charset="0"/>
      <p:regular r:id="rId4"/>
      <p:bold r:id="rId5"/>
    </p:embeddedFont>
    <p:embeddedFont>
      <p:font typeface="Sen" panose="020B0604020202020204" charset="0"/>
      <p:regular r:id="rId6"/>
      <p:bold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B285A3-D7A4-4B8F-9DAF-6ECF1A1D16C3}">
  <a:tblStyle styleId="{F3B285A3-D7A4-4B8F-9DAF-6ECF1A1D16C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96" autoAdjust="0"/>
  </p:normalViewPr>
  <p:slideViewPr>
    <p:cSldViewPr snapToGrid="0">
      <p:cViewPr varScale="1">
        <p:scale>
          <a:sx n="26" d="100"/>
          <a:sy n="26" d="100"/>
        </p:scale>
        <p:origin x="1363" y="12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1713" y="685800"/>
            <a:ext cx="48545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4"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3c62cdccad_0_23:notes"/>
          <p:cNvSpPr>
            <a:spLocks noGrp="1" noRot="1" noChangeAspect="1"/>
          </p:cNvSpPr>
          <p:nvPr>
            <p:ph type="sldImg" idx="2"/>
          </p:nvPr>
        </p:nvSpPr>
        <p:spPr>
          <a:xfrm>
            <a:off x="1001713" y="685800"/>
            <a:ext cx="48545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3c62cdcca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body" idx="1"/>
          </p:nvPr>
        </p:nvSpPr>
        <p:spPr>
          <a:xfrm>
            <a:off x="1032048" y="4791325"/>
            <a:ext cx="13243786" cy="14203456"/>
          </a:xfrm>
          <a:prstGeom prst="rect">
            <a:avLst/>
          </a:prstGeom>
        </p:spPr>
        <p:txBody>
          <a:bodyPr spcFirstLastPara="1" wrap="square" lIns="255950" tIns="255950" rIns="255950" bIns="255950" anchor="t" anchorCtr="0">
            <a:noAutofit/>
          </a:bodyPr>
          <a:lstStyle>
            <a:lvl1pPr marL="565813" lvl="0" indent="-589389">
              <a:spcBef>
                <a:spcPts val="0"/>
              </a:spcBef>
              <a:spcAft>
                <a:spcPts val="0"/>
              </a:spcAft>
              <a:buSzPts val="3900"/>
              <a:buChar char="●"/>
              <a:defRPr sz="4826"/>
            </a:lvl1pPr>
            <a:lvl2pPr marL="1131627" lvl="1" indent="-550096">
              <a:spcBef>
                <a:spcPts val="0"/>
              </a:spcBef>
              <a:spcAft>
                <a:spcPts val="0"/>
              </a:spcAft>
              <a:buSzPts val="3400"/>
              <a:buChar char="○"/>
              <a:defRPr sz="4208"/>
            </a:lvl2pPr>
            <a:lvl3pPr marL="1697440" lvl="2" indent="-550096">
              <a:spcBef>
                <a:spcPts val="0"/>
              </a:spcBef>
              <a:spcAft>
                <a:spcPts val="0"/>
              </a:spcAft>
              <a:buSzPts val="3400"/>
              <a:buChar char="■"/>
              <a:defRPr sz="4208"/>
            </a:lvl3pPr>
            <a:lvl4pPr marL="2263253" lvl="3" indent="-550096">
              <a:spcBef>
                <a:spcPts val="0"/>
              </a:spcBef>
              <a:spcAft>
                <a:spcPts val="0"/>
              </a:spcAft>
              <a:buSzPts val="3400"/>
              <a:buChar char="●"/>
              <a:defRPr sz="4208"/>
            </a:lvl4pPr>
            <a:lvl5pPr marL="2829066" lvl="4" indent="-550096">
              <a:spcBef>
                <a:spcPts val="0"/>
              </a:spcBef>
              <a:spcAft>
                <a:spcPts val="0"/>
              </a:spcAft>
              <a:buSzPts val="3400"/>
              <a:buChar char="○"/>
              <a:defRPr sz="4208"/>
            </a:lvl5pPr>
            <a:lvl6pPr marL="3394880" lvl="5" indent="-550096">
              <a:spcBef>
                <a:spcPts val="0"/>
              </a:spcBef>
              <a:spcAft>
                <a:spcPts val="0"/>
              </a:spcAft>
              <a:buSzPts val="3400"/>
              <a:buChar char="■"/>
              <a:defRPr sz="4208"/>
            </a:lvl6pPr>
            <a:lvl7pPr marL="3960693" lvl="6" indent="-550096">
              <a:spcBef>
                <a:spcPts val="0"/>
              </a:spcBef>
              <a:spcAft>
                <a:spcPts val="0"/>
              </a:spcAft>
              <a:buSzPts val="3400"/>
              <a:buChar char="●"/>
              <a:defRPr sz="4208"/>
            </a:lvl7pPr>
            <a:lvl8pPr marL="4526506" lvl="7" indent="-550096">
              <a:spcBef>
                <a:spcPts val="0"/>
              </a:spcBef>
              <a:spcAft>
                <a:spcPts val="0"/>
              </a:spcAft>
              <a:buSzPts val="3400"/>
              <a:buChar char="○"/>
              <a:defRPr sz="4208"/>
            </a:lvl8pPr>
            <a:lvl9pPr marL="5092320" lvl="8" indent="-550096">
              <a:spcBef>
                <a:spcPts val="0"/>
              </a:spcBef>
              <a:spcAft>
                <a:spcPts val="0"/>
              </a:spcAft>
              <a:buSzPts val="3400"/>
              <a:buChar char="■"/>
              <a:defRPr sz="4208"/>
            </a:lvl9pPr>
          </a:lstStyle>
          <a:p>
            <a:endParaRPr/>
          </a:p>
        </p:txBody>
      </p:sp>
      <p:sp>
        <p:nvSpPr>
          <p:cNvPr id="20" name="Google Shape;20;p5"/>
          <p:cNvSpPr txBox="1">
            <a:spLocks noGrp="1"/>
          </p:cNvSpPr>
          <p:nvPr>
            <p:ph type="body" idx="2"/>
          </p:nvPr>
        </p:nvSpPr>
        <p:spPr>
          <a:xfrm>
            <a:off x="16000200" y="4791325"/>
            <a:ext cx="13243786" cy="14203456"/>
          </a:xfrm>
          <a:prstGeom prst="rect">
            <a:avLst/>
          </a:prstGeom>
        </p:spPr>
        <p:txBody>
          <a:bodyPr spcFirstLastPara="1" wrap="square" lIns="255950" tIns="255950" rIns="255950" bIns="255950" anchor="t" anchorCtr="0">
            <a:noAutofit/>
          </a:bodyPr>
          <a:lstStyle>
            <a:lvl1pPr marL="565813" lvl="0" indent="-589389">
              <a:spcBef>
                <a:spcPts val="0"/>
              </a:spcBef>
              <a:spcAft>
                <a:spcPts val="0"/>
              </a:spcAft>
              <a:buSzPts val="3900"/>
              <a:buChar char="●"/>
              <a:defRPr sz="4826"/>
            </a:lvl1pPr>
            <a:lvl2pPr marL="1131627" lvl="1" indent="-550096">
              <a:spcBef>
                <a:spcPts val="0"/>
              </a:spcBef>
              <a:spcAft>
                <a:spcPts val="0"/>
              </a:spcAft>
              <a:buSzPts val="3400"/>
              <a:buChar char="○"/>
              <a:defRPr sz="4208"/>
            </a:lvl2pPr>
            <a:lvl3pPr marL="1697440" lvl="2" indent="-550096">
              <a:spcBef>
                <a:spcPts val="0"/>
              </a:spcBef>
              <a:spcAft>
                <a:spcPts val="0"/>
              </a:spcAft>
              <a:buSzPts val="3400"/>
              <a:buChar char="■"/>
              <a:defRPr sz="4208"/>
            </a:lvl3pPr>
            <a:lvl4pPr marL="2263253" lvl="3" indent="-550096">
              <a:spcBef>
                <a:spcPts val="0"/>
              </a:spcBef>
              <a:spcAft>
                <a:spcPts val="0"/>
              </a:spcAft>
              <a:buSzPts val="3400"/>
              <a:buChar char="●"/>
              <a:defRPr sz="4208"/>
            </a:lvl4pPr>
            <a:lvl5pPr marL="2829066" lvl="4" indent="-550096">
              <a:spcBef>
                <a:spcPts val="0"/>
              </a:spcBef>
              <a:spcAft>
                <a:spcPts val="0"/>
              </a:spcAft>
              <a:buSzPts val="3400"/>
              <a:buChar char="○"/>
              <a:defRPr sz="4208"/>
            </a:lvl5pPr>
            <a:lvl6pPr marL="3394880" lvl="5" indent="-550096">
              <a:spcBef>
                <a:spcPts val="0"/>
              </a:spcBef>
              <a:spcAft>
                <a:spcPts val="0"/>
              </a:spcAft>
              <a:buSzPts val="3400"/>
              <a:buChar char="■"/>
              <a:defRPr sz="4208"/>
            </a:lvl6pPr>
            <a:lvl7pPr marL="3960693" lvl="6" indent="-550096">
              <a:spcBef>
                <a:spcPts val="0"/>
              </a:spcBef>
              <a:spcAft>
                <a:spcPts val="0"/>
              </a:spcAft>
              <a:buSzPts val="3400"/>
              <a:buChar char="●"/>
              <a:defRPr sz="4208"/>
            </a:lvl7pPr>
            <a:lvl8pPr marL="4526506" lvl="7" indent="-550096">
              <a:spcBef>
                <a:spcPts val="0"/>
              </a:spcBef>
              <a:spcAft>
                <a:spcPts val="0"/>
              </a:spcAft>
              <a:buSzPts val="3400"/>
              <a:buChar char="○"/>
              <a:defRPr sz="4208"/>
            </a:lvl8pPr>
            <a:lvl9pPr marL="5092320" lvl="8" indent="-550096">
              <a:spcBef>
                <a:spcPts val="0"/>
              </a:spcBef>
              <a:spcAft>
                <a:spcPts val="0"/>
              </a:spcAft>
              <a:buSzPts val="3400"/>
              <a:buChar char="■"/>
              <a:defRPr sz="4208"/>
            </a:lvl9pPr>
          </a:lstStyle>
          <a:p>
            <a:endParaRPr/>
          </a:p>
        </p:txBody>
      </p:sp>
      <p:sp>
        <p:nvSpPr>
          <p:cNvPr id="21" name="Google Shape;21;p5"/>
          <p:cNvSpPr txBox="1">
            <a:spLocks noGrp="1"/>
          </p:cNvSpPr>
          <p:nvPr>
            <p:ph type="title"/>
          </p:nvPr>
        </p:nvSpPr>
        <p:spPr>
          <a:xfrm>
            <a:off x="1032047" y="1850157"/>
            <a:ext cx="28211887" cy="2380793"/>
          </a:xfrm>
          <a:prstGeom prst="rect">
            <a:avLst/>
          </a:prstGeom>
        </p:spPr>
        <p:txBody>
          <a:bodyPr spcFirstLastPara="1" wrap="square" lIns="255950" tIns="255950" rIns="255950" bIns="255950" anchor="t" anchorCtr="0">
            <a:noAutofit/>
          </a:bodyPr>
          <a:lstStyle>
            <a:lvl1pPr lvl="0" algn="ctr" rtl="0">
              <a:spcBef>
                <a:spcPts val="0"/>
              </a:spcBef>
              <a:spcAft>
                <a:spcPts val="0"/>
              </a:spcAft>
              <a:buSzPts val="7800"/>
              <a:buNone/>
              <a:defRPr/>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sp>
        <p:nvSpPr>
          <p:cNvPr id="22" name="Google Shape;22;p5"/>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body" idx="1"/>
          </p:nvPr>
        </p:nvSpPr>
        <p:spPr>
          <a:xfrm>
            <a:off x="1032047" y="5777153"/>
            <a:ext cx="9297260" cy="13218172"/>
          </a:xfrm>
          <a:prstGeom prst="rect">
            <a:avLst/>
          </a:prstGeom>
        </p:spPr>
        <p:txBody>
          <a:bodyPr spcFirstLastPara="1" wrap="square" lIns="255950" tIns="255950" rIns="255950" bIns="255950" anchor="t" anchorCtr="0">
            <a:noAutofit/>
          </a:bodyPr>
          <a:lstStyle>
            <a:lvl1pPr marL="565813" lvl="0" indent="-550096">
              <a:spcBef>
                <a:spcPts val="0"/>
              </a:spcBef>
              <a:spcAft>
                <a:spcPts val="0"/>
              </a:spcAft>
              <a:buSzPts val="3400"/>
              <a:buChar char="●"/>
              <a:defRPr sz="4208"/>
            </a:lvl1pPr>
            <a:lvl2pPr marL="1131627" lvl="1" indent="-550096">
              <a:spcBef>
                <a:spcPts val="0"/>
              </a:spcBef>
              <a:spcAft>
                <a:spcPts val="0"/>
              </a:spcAft>
              <a:buSzPts val="3400"/>
              <a:buChar char="○"/>
              <a:defRPr sz="4208"/>
            </a:lvl2pPr>
            <a:lvl3pPr marL="1697440" lvl="2" indent="-550096">
              <a:spcBef>
                <a:spcPts val="0"/>
              </a:spcBef>
              <a:spcAft>
                <a:spcPts val="0"/>
              </a:spcAft>
              <a:buSzPts val="3400"/>
              <a:buChar char="■"/>
              <a:defRPr sz="4208"/>
            </a:lvl3pPr>
            <a:lvl4pPr marL="2263253" lvl="3" indent="-550096">
              <a:spcBef>
                <a:spcPts val="0"/>
              </a:spcBef>
              <a:spcAft>
                <a:spcPts val="0"/>
              </a:spcAft>
              <a:buSzPts val="3400"/>
              <a:buChar char="●"/>
              <a:defRPr sz="4208"/>
            </a:lvl4pPr>
            <a:lvl5pPr marL="2829066" lvl="4" indent="-550096">
              <a:spcBef>
                <a:spcPts val="0"/>
              </a:spcBef>
              <a:spcAft>
                <a:spcPts val="0"/>
              </a:spcAft>
              <a:buSzPts val="3400"/>
              <a:buChar char="○"/>
              <a:defRPr sz="4208"/>
            </a:lvl5pPr>
            <a:lvl6pPr marL="3394880" lvl="5" indent="-550096">
              <a:spcBef>
                <a:spcPts val="0"/>
              </a:spcBef>
              <a:spcAft>
                <a:spcPts val="0"/>
              </a:spcAft>
              <a:buSzPts val="3400"/>
              <a:buChar char="■"/>
              <a:defRPr sz="4208"/>
            </a:lvl6pPr>
            <a:lvl7pPr marL="3960693" lvl="6" indent="-550096">
              <a:spcBef>
                <a:spcPts val="0"/>
              </a:spcBef>
              <a:spcAft>
                <a:spcPts val="0"/>
              </a:spcAft>
              <a:buSzPts val="3400"/>
              <a:buChar char="●"/>
              <a:defRPr sz="4208"/>
            </a:lvl7pPr>
            <a:lvl8pPr marL="4526506" lvl="7" indent="-550096">
              <a:spcBef>
                <a:spcPts val="0"/>
              </a:spcBef>
              <a:spcAft>
                <a:spcPts val="0"/>
              </a:spcAft>
              <a:buSzPts val="3400"/>
              <a:buChar char="○"/>
              <a:defRPr sz="4208"/>
            </a:lvl8pPr>
            <a:lvl9pPr marL="5092320" lvl="8" indent="-550096">
              <a:spcBef>
                <a:spcPts val="0"/>
              </a:spcBef>
              <a:spcAft>
                <a:spcPts val="0"/>
              </a:spcAft>
              <a:buSzPts val="3400"/>
              <a:buChar char="■"/>
              <a:defRPr sz="4208"/>
            </a:lvl9pPr>
          </a:lstStyle>
          <a:p>
            <a:endParaRPr/>
          </a:p>
        </p:txBody>
      </p:sp>
      <p:sp>
        <p:nvSpPr>
          <p:cNvPr id="28" name="Google Shape;28;p7"/>
          <p:cNvSpPr txBox="1">
            <a:spLocks noGrp="1"/>
          </p:cNvSpPr>
          <p:nvPr>
            <p:ph type="title"/>
          </p:nvPr>
        </p:nvSpPr>
        <p:spPr>
          <a:xfrm>
            <a:off x="1032047" y="1850157"/>
            <a:ext cx="28211887" cy="2380793"/>
          </a:xfrm>
          <a:prstGeom prst="rect">
            <a:avLst/>
          </a:prstGeom>
        </p:spPr>
        <p:txBody>
          <a:bodyPr spcFirstLastPara="1" wrap="square" lIns="255950" tIns="255950" rIns="255950" bIns="255950" anchor="t" anchorCtr="0">
            <a:noAutofit/>
          </a:bodyPr>
          <a:lstStyle>
            <a:lvl1pPr lvl="0" algn="ctr" rtl="0">
              <a:spcBef>
                <a:spcPts val="0"/>
              </a:spcBef>
              <a:spcAft>
                <a:spcPts val="0"/>
              </a:spcAft>
              <a:buSzPts val="7800"/>
              <a:buNone/>
              <a:defRPr/>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sp>
        <p:nvSpPr>
          <p:cNvPr id="29" name="Google Shape;29;p7"/>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1623231" y="1871463"/>
            <a:ext cx="21084013" cy="17007097"/>
          </a:xfrm>
          <a:prstGeom prst="rect">
            <a:avLst/>
          </a:prstGeom>
        </p:spPr>
        <p:txBody>
          <a:bodyPr spcFirstLastPara="1" wrap="square" lIns="255950" tIns="255950" rIns="255950" bIns="255950" anchor="ctr" anchorCtr="0">
            <a:noAutofit/>
          </a:bodyPr>
          <a:lstStyle>
            <a:lvl1pPr lvl="0">
              <a:spcBef>
                <a:spcPts val="0"/>
              </a:spcBef>
              <a:spcAft>
                <a:spcPts val="0"/>
              </a:spcAft>
              <a:buSzPts val="13400"/>
              <a:buNone/>
              <a:defRPr sz="16584"/>
            </a:lvl1pPr>
            <a:lvl2pPr lvl="1">
              <a:spcBef>
                <a:spcPts val="0"/>
              </a:spcBef>
              <a:spcAft>
                <a:spcPts val="0"/>
              </a:spcAft>
              <a:buSzPts val="13400"/>
              <a:buNone/>
              <a:defRPr sz="16584"/>
            </a:lvl2pPr>
            <a:lvl3pPr lvl="2">
              <a:spcBef>
                <a:spcPts val="0"/>
              </a:spcBef>
              <a:spcAft>
                <a:spcPts val="0"/>
              </a:spcAft>
              <a:buSzPts val="13400"/>
              <a:buNone/>
              <a:defRPr sz="16584"/>
            </a:lvl3pPr>
            <a:lvl4pPr lvl="3">
              <a:spcBef>
                <a:spcPts val="0"/>
              </a:spcBef>
              <a:spcAft>
                <a:spcPts val="0"/>
              </a:spcAft>
              <a:buSzPts val="13400"/>
              <a:buNone/>
              <a:defRPr sz="16584"/>
            </a:lvl4pPr>
            <a:lvl5pPr lvl="4">
              <a:spcBef>
                <a:spcPts val="0"/>
              </a:spcBef>
              <a:spcAft>
                <a:spcPts val="0"/>
              </a:spcAft>
              <a:buSzPts val="13400"/>
              <a:buNone/>
              <a:defRPr sz="16584"/>
            </a:lvl5pPr>
            <a:lvl6pPr lvl="5">
              <a:spcBef>
                <a:spcPts val="0"/>
              </a:spcBef>
              <a:spcAft>
                <a:spcPts val="0"/>
              </a:spcAft>
              <a:buSzPts val="13400"/>
              <a:buNone/>
              <a:defRPr sz="16584"/>
            </a:lvl6pPr>
            <a:lvl7pPr lvl="6">
              <a:spcBef>
                <a:spcPts val="0"/>
              </a:spcBef>
              <a:spcAft>
                <a:spcPts val="0"/>
              </a:spcAft>
              <a:buSzPts val="13400"/>
              <a:buNone/>
              <a:defRPr sz="16584"/>
            </a:lvl7pPr>
            <a:lvl8pPr lvl="7">
              <a:spcBef>
                <a:spcPts val="0"/>
              </a:spcBef>
              <a:spcAft>
                <a:spcPts val="0"/>
              </a:spcAft>
              <a:buSzPts val="13400"/>
              <a:buNone/>
              <a:defRPr sz="16584"/>
            </a:lvl8pPr>
            <a:lvl9pPr lvl="8">
              <a:spcBef>
                <a:spcPts val="0"/>
              </a:spcBef>
              <a:spcAft>
                <a:spcPts val="0"/>
              </a:spcAft>
              <a:buSzPts val="13400"/>
              <a:buNone/>
              <a:defRPr sz="16584"/>
            </a:lvl9pPr>
          </a:lstStyle>
          <a:p>
            <a:endParaRPr/>
          </a:p>
        </p:txBody>
      </p:sp>
      <p:sp>
        <p:nvSpPr>
          <p:cNvPr id="32" name="Google Shape;32;p8"/>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15138008" y="-520"/>
            <a:ext cx="15138009" cy="21383702"/>
          </a:xfrm>
          <a:prstGeom prst="rect">
            <a:avLst/>
          </a:prstGeom>
          <a:solidFill>
            <a:schemeClr val="lt2"/>
          </a:solidFill>
          <a:ln>
            <a:noFill/>
          </a:ln>
        </p:spPr>
        <p:txBody>
          <a:bodyPr spcFirstLastPara="1" wrap="square" lIns="316734" tIns="316734" rIns="316734" bIns="316734" anchor="ctr" anchorCtr="0">
            <a:noAutofit/>
          </a:bodyPr>
          <a:lstStyle/>
          <a:p>
            <a:pPr marL="0" lvl="0" indent="0" algn="l" rtl="0">
              <a:spcBef>
                <a:spcPts val="0"/>
              </a:spcBef>
              <a:spcAft>
                <a:spcPts val="0"/>
              </a:spcAft>
              <a:buNone/>
            </a:pPr>
            <a:endParaRPr sz="1733"/>
          </a:p>
        </p:txBody>
      </p:sp>
      <p:sp>
        <p:nvSpPr>
          <p:cNvPr id="35" name="Google Shape;35;p9"/>
          <p:cNvSpPr txBox="1">
            <a:spLocks noGrp="1"/>
          </p:cNvSpPr>
          <p:nvPr>
            <p:ph type="title"/>
          </p:nvPr>
        </p:nvSpPr>
        <p:spPr>
          <a:xfrm>
            <a:off x="879077" y="5126829"/>
            <a:ext cx="13393590" cy="6162664"/>
          </a:xfrm>
          <a:prstGeom prst="rect">
            <a:avLst/>
          </a:prstGeom>
        </p:spPr>
        <p:txBody>
          <a:bodyPr spcFirstLastPara="1" wrap="square" lIns="255950" tIns="255950" rIns="255950" bIns="255950" anchor="b" anchorCtr="0">
            <a:noAutofit/>
          </a:bodyPr>
          <a:lstStyle>
            <a:lvl1pPr lvl="0" algn="ctr">
              <a:spcBef>
                <a:spcPts val="0"/>
              </a:spcBef>
              <a:spcAft>
                <a:spcPts val="0"/>
              </a:spcAft>
              <a:buSzPts val="11800"/>
              <a:buNone/>
              <a:defRPr sz="14604"/>
            </a:lvl1pPr>
            <a:lvl2pPr lvl="1" algn="ctr">
              <a:spcBef>
                <a:spcPts val="0"/>
              </a:spcBef>
              <a:spcAft>
                <a:spcPts val="0"/>
              </a:spcAft>
              <a:buSzPts val="11800"/>
              <a:buNone/>
              <a:defRPr sz="14604"/>
            </a:lvl2pPr>
            <a:lvl3pPr lvl="2" algn="ctr">
              <a:spcBef>
                <a:spcPts val="0"/>
              </a:spcBef>
              <a:spcAft>
                <a:spcPts val="0"/>
              </a:spcAft>
              <a:buSzPts val="11800"/>
              <a:buNone/>
              <a:defRPr sz="14604"/>
            </a:lvl3pPr>
            <a:lvl4pPr lvl="3" algn="ctr">
              <a:spcBef>
                <a:spcPts val="0"/>
              </a:spcBef>
              <a:spcAft>
                <a:spcPts val="0"/>
              </a:spcAft>
              <a:buSzPts val="11800"/>
              <a:buNone/>
              <a:defRPr sz="14604"/>
            </a:lvl4pPr>
            <a:lvl5pPr lvl="4" algn="ctr">
              <a:spcBef>
                <a:spcPts val="0"/>
              </a:spcBef>
              <a:spcAft>
                <a:spcPts val="0"/>
              </a:spcAft>
              <a:buSzPts val="11800"/>
              <a:buNone/>
              <a:defRPr sz="14604"/>
            </a:lvl5pPr>
            <a:lvl6pPr lvl="5" algn="ctr">
              <a:spcBef>
                <a:spcPts val="0"/>
              </a:spcBef>
              <a:spcAft>
                <a:spcPts val="0"/>
              </a:spcAft>
              <a:buSzPts val="11800"/>
              <a:buNone/>
              <a:defRPr sz="14604"/>
            </a:lvl6pPr>
            <a:lvl7pPr lvl="6" algn="ctr">
              <a:spcBef>
                <a:spcPts val="0"/>
              </a:spcBef>
              <a:spcAft>
                <a:spcPts val="0"/>
              </a:spcAft>
              <a:buSzPts val="11800"/>
              <a:buNone/>
              <a:defRPr sz="14604"/>
            </a:lvl7pPr>
            <a:lvl8pPr lvl="7" algn="ctr">
              <a:spcBef>
                <a:spcPts val="0"/>
              </a:spcBef>
              <a:spcAft>
                <a:spcPts val="0"/>
              </a:spcAft>
              <a:buSzPts val="11800"/>
              <a:buNone/>
              <a:defRPr sz="14604"/>
            </a:lvl8pPr>
            <a:lvl9pPr lvl="8" algn="ctr">
              <a:spcBef>
                <a:spcPts val="0"/>
              </a:spcBef>
              <a:spcAft>
                <a:spcPts val="0"/>
              </a:spcAft>
              <a:buSzPts val="11800"/>
              <a:buNone/>
              <a:defRPr sz="14604"/>
            </a:lvl9pPr>
          </a:lstStyle>
          <a:p>
            <a:endParaRPr/>
          </a:p>
        </p:txBody>
      </p:sp>
      <p:sp>
        <p:nvSpPr>
          <p:cNvPr id="36" name="Google Shape;36;p9"/>
          <p:cNvSpPr txBox="1">
            <a:spLocks noGrp="1"/>
          </p:cNvSpPr>
          <p:nvPr>
            <p:ph type="subTitle" idx="1"/>
          </p:nvPr>
        </p:nvSpPr>
        <p:spPr>
          <a:xfrm>
            <a:off x="879077" y="11653567"/>
            <a:ext cx="13393590" cy="5134687"/>
          </a:xfrm>
          <a:prstGeom prst="rect">
            <a:avLst/>
          </a:prstGeom>
        </p:spPr>
        <p:txBody>
          <a:bodyPr spcFirstLastPara="1" wrap="square" lIns="255950" tIns="255950" rIns="255950" bIns="255950" anchor="t" anchorCtr="0">
            <a:noAutofit/>
          </a:bodyPr>
          <a:lstStyle>
            <a:lvl1pPr lvl="0" algn="ctr">
              <a:lnSpc>
                <a:spcPct val="100000"/>
              </a:lnSpc>
              <a:spcBef>
                <a:spcPts val="0"/>
              </a:spcBef>
              <a:spcAft>
                <a:spcPts val="0"/>
              </a:spcAft>
              <a:buSzPts val="5900"/>
              <a:buNone/>
              <a:defRPr sz="7301"/>
            </a:lvl1pPr>
            <a:lvl2pPr lvl="1" algn="ctr">
              <a:lnSpc>
                <a:spcPct val="100000"/>
              </a:lnSpc>
              <a:spcBef>
                <a:spcPts val="0"/>
              </a:spcBef>
              <a:spcAft>
                <a:spcPts val="0"/>
              </a:spcAft>
              <a:buSzPts val="5900"/>
              <a:buNone/>
              <a:defRPr sz="7301"/>
            </a:lvl2pPr>
            <a:lvl3pPr lvl="2" algn="ctr">
              <a:lnSpc>
                <a:spcPct val="100000"/>
              </a:lnSpc>
              <a:spcBef>
                <a:spcPts val="0"/>
              </a:spcBef>
              <a:spcAft>
                <a:spcPts val="0"/>
              </a:spcAft>
              <a:buSzPts val="5900"/>
              <a:buNone/>
              <a:defRPr sz="7301"/>
            </a:lvl3pPr>
            <a:lvl4pPr lvl="3" algn="ctr">
              <a:lnSpc>
                <a:spcPct val="100000"/>
              </a:lnSpc>
              <a:spcBef>
                <a:spcPts val="0"/>
              </a:spcBef>
              <a:spcAft>
                <a:spcPts val="0"/>
              </a:spcAft>
              <a:buSzPts val="5900"/>
              <a:buNone/>
              <a:defRPr sz="7301"/>
            </a:lvl4pPr>
            <a:lvl5pPr lvl="4" algn="ctr">
              <a:lnSpc>
                <a:spcPct val="100000"/>
              </a:lnSpc>
              <a:spcBef>
                <a:spcPts val="0"/>
              </a:spcBef>
              <a:spcAft>
                <a:spcPts val="0"/>
              </a:spcAft>
              <a:buSzPts val="5900"/>
              <a:buNone/>
              <a:defRPr sz="7301"/>
            </a:lvl5pPr>
            <a:lvl6pPr lvl="5" algn="ctr">
              <a:lnSpc>
                <a:spcPct val="100000"/>
              </a:lnSpc>
              <a:spcBef>
                <a:spcPts val="0"/>
              </a:spcBef>
              <a:spcAft>
                <a:spcPts val="0"/>
              </a:spcAft>
              <a:buSzPts val="5900"/>
              <a:buNone/>
              <a:defRPr sz="7301"/>
            </a:lvl6pPr>
            <a:lvl7pPr lvl="6" algn="ctr">
              <a:lnSpc>
                <a:spcPct val="100000"/>
              </a:lnSpc>
              <a:spcBef>
                <a:spcPts val="0"/>
              </a:spcBef>
              <a:spcAft>
                <a:spcPts val="0"/>
              </a:spcAft>
              <a:buSzPts val="5900"/>
              <a:buNone/>
              <a:defRPr sz="7301"/>
            </a:lvl7pPr>
            <a:lvl8pPr lvl="7" algn="ctr">
              <a:lnSpc>
                <a:spcPct val="100000"/>
              </a:lnSpc>
              <a:spcBef>
                <a:spcPts val="0"/>
              </a:spcBef>
              <a:spcAft>
                <a:spcPts val="0"/>
              </a:spcAft>
              <a:buSzPts val="5900"/>
              <a:buNone/>
              <a:defRPr sz="7301"/>
            </a:lvl8pPr>
            <a:lvl9pPr lvl="8" algn="ctr">
              <a:lnSpc>
                <a:spcPct val="100000"/>
              </a:lnSpc>
              <a:spcBef>
                <a:spcPts val="0"/>
              </a:spcBef>
              <a:spcAft>
                <a:spcPts val="0"/>
              </a:spcAft>
              <a:buSzPts val="5900"/>
              <a:buNone/>
              <a:defRPr sz="7301"/>
            </a:lvl9pPr>
          </a:lstStyle>
          <a:p>
            <a:endParaRPr/>
          </a:p>
        </p:txBody>
      </p:sp>
      <p:sp>
        <p:nvSpPr>
          <p:cNvPr id="37" name="Google Shape;37;p9"/>
          <p:cNvSpPr txBox="1">
            <a:spLocks noGrp="1"/>
          </p:cNvSpPr>
          <p:nvPr>
            <p:ph type="body" idx="2"/>
          </p:nvPr>
        </p:nvSpPr>
        <p:spPr>
          <a:xfrm>
            <a:off x="16354810" y="3010286"/>
            <a:ext cx="12704495" cy="15362111"/>
          </a:xfrm>
          <a:prstGeom prst="rect">
            <a:avLst/>
          </a:prstGeom>
        </p:spPr>
        <p:txBody>
          <a:bodyPr spcFirstLastPara="1" wrap="square" lIns="255950" tIns="255950" rIns="255950" bIns="255950" anchor="ctr" anchorCtr="0">
            <a:noAutofit/>
          </a:bodyPr>
          <a:lstStyle>
            <a:lvl1pPr marL="565813" lvl="0" indent="-675832">
              <a:spcBef>
                <a:spcPts val="0"/>
              </a:spcBef>
              <a:spcAft>
                <a:spcPts val="0"/>
              </a:spcAft>
              <a:buSzPts val="5000"/>
              <a:buChar char="●"/>
              <a:defRPr/>
            </a:lvl1pPr>
            <a:lvl2pPr marL="1131627" lvl="1" indent="-589389">
              <a:spcBef>
                <a:spcPts val="0"/>
              </a:spcBef>
              <a:spcAft>
                <a:spcPts val="0"/>
              </a:spcAft>
              <a:buSzPts val="3900"/>
              <a:buChar char="○"/>
              <a:defRPr/>
            </a:lvl2pPr>
            <a:lvl3pPr marL="1697440" lvl="2" indent="-589389">
              <a:spcBef>
                <a:spcPts val="0"/>
              </a:spcBef>
              <a:spcAft>
                <a:spcPts val="0"/>
              </a:spcAft>
              <a:buSzPts val="3900"/>
              <a:buChar char="■"/>
              <a:defRPr/>
            </a:lvl3pPr>
            <a:lvl4pPr marL="2263253" lvl="3" indent="-589389">
              <a:spcBef>
                <a:spcPts val="0"/>
              </a:spcBef>
              <a:spcAft>
                <a:spcPts val="0"/>
              </a:spcAft>
              <a:buSzPts val="3900"/>
              <a:buChar char="●"/>
              <a:defRPr/>
            </a:lvl4pPr>
            <a:lvl5pPr marL="2829066" lvl="4" indent="-589389">
              <a:spcBef>
                <a:spcPts val="0"/>
              </a:spcBef>
              <a:spcAft>
                <a:spcPts val="0"/>
              </a:spcAft>
              <a:buSzPts val="3900"/>
              <a:buChar char="○"/>
              <a:defRPr/>
            </a:lvl5pPr>
            <a:lvl6pPr marL="3394880" lvl="5" indent="-589389">
              <a:spcBef>
                <a:spcPts val="0"/>
              </a:spcBef>
              <a:spcAft>
                <a:spcPts val="0"/>
              </a:spcAft>
              <a:buSzPts val="3900"/>
              <a:buChar char="■"/>
              <a:defRPr/>
            </a:lvl6pPr>
            <a:lvl7pPr marL="3960693" lvl="6" indent="-589389">
              <a:spcBef>
                <a:spcPts val="0"/>
              </a:spcBef>
              <a:spcAft>
                <a:spcPts val="0"/>
              </a:spcAft>
              <a:buSzPts val="3900"/>
              <a:buChar char="●"/>
              <a:defRPr/>
            </a:lvl7pPr>
            <a:lvl8pPr marL="4526506" lvl="7" indent="-589389">
              <a:spcBef>
                <a:spcPts val="0"/>
              </a:spcBef>
              <a:spcAft>
                <a:spcPts val="0"/>
              </a:spcAft>
              <a:buSzPts val="3900"/>
              <a:buChar char="○"/>
              <a:defRPr/>
            </a:lvl8pPr>
            <a:lvl9pPr marL="5092320" lvl="8" indent="-589389">
              <a:spcBef>
                <a:spcPts val="0"/>
              </a:spcBef>
              <a:spcAft>
                <a:spcPts val="0"/>
              </a:spcAft>
              <a:buSzPts val="3900"/>
              <a:buChar char="■"/>
              <a:defRPr/>
            </a:lvl9pPr>
          </a:lstStyle>
          <a:p>
            <a:endParaRPr/>
          </a:p>
        </p:txBody>
      </p:sp>
      <p:sp>
        <p:nvSpPr>
          <p:cNvPr id="38" name="Google Shape;38;p9"/>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1032047" y="17588286"/>
            <a:ext cx="19862329" cy="2515555"/>
          </a:xfrm>
          <a:prstGeom prst="rect">
            <a:avLst/>
          </a:prstGeom>
        </p:spPr>
        <p:txBody>
          <a:bodyPr spcFirstLastPara="1" wrap="square" lIns="255950" tIns="255950" rIns="255950" bIns="255950" anchor="ctr" anchorCtr="0">
            <a:noAutofit/>
          </a:bodyPr>
          <a:lstStyle>
            <a:lvl1pPr marL="565813" lvl="0" indent="-282906">
              <a:lnSpc>
                <a:spcPct val="100000"/>
              </a:lnSpc>
              <a:spcBef>
                <a:spcPts val="0"/>
              </a:spcBef>
              <a:spcAft>
                <a:spcPts val="0"/>
              </a:spcAft>
              <a:buSzPts val="5000"/>
              <a:buNone/>
              <a:defRPr/>
            </a:lvl1pPr>
          </a:lstStyle>
          <a:p>
            <a:endParaRPr/>
          </a:p>
        </p:txBody>
      </p:sp>
      <p:sp>
        <p:nvSpPr>
          <p:cNvPr id="41" name="Google Shape;41;p10"/>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1032047" y="4598628"/>
            <a:ext cx="28211887" cy="8162931"/>
          </a:xfrm>
          <a:prstGeom prst="rect">
            <a:avLst/>
          </a:prstGeom>
        </p:spPr>
        <p:txBody>
          <a:bodyPr spcFirstLastPara="1" wrap="square" lIns="255950" tIns="255950" rIns="255950" bIns="255950" anchor="b" anchorCtr="0">
            <a:noAutofit/>
          </a:bodyPr>
          <a:lstStyle>
            <a:lvl1pPr lvl="0" algn="ctr">
              <a:spcBef>
                <a:spcPts val="0"/>
              </a:spcBef>
              <a:spcAft>
                <a:spcPts val="0"/>
              </a:spcAft>
              <a:buSzPts val="33600"/>
              <a:buNone/>
              <a:defRPr sz="41582"/>
            </a:lvl1pPr>
            <a:lvl2pPr lvl="1" algn="ctr">
              <a:spcBef>
                <a:spcPts val="0"/>
              </a:spcBef>
              <a:spcAft>
                <a:spcPts val="0"/>
              </a:spcAft>
              <a:buSzPts val="33600"/>
              <a:buNone/>
              <a:defRPr sz="41582"/>
            </a:lvl2pPr>
            <a:lvl3pPr lvl="2" algn="ctr">
              <a:spcBef>
                <a:spcPts val="0"/>
              </a:spcBef>
              <a:spcAft>
                <a:spcPts val="0"/>
              </a:spcAft>
              <a:buSzPts val="33600"/>
              <a:buNone/>
              <a:defRPr sz="41582"/>
            </a:lvl3pPr>
            <a:lvl4pPr lvl="3" algn="ctr">
              <a:spcBef>
                <a:spcPts val="0"/>
              </a:spcBef>
              <a:spcAft>
                <a:spcPts val="0"/>
              </a:spcAft>
              <a:buSzPts val="33600"/>
              <a:buNone/>
              <a:defRPr sz="41582"/>
            </a:lvl4pPr>
            <a:lvl5pPr lvl="4" algn="ctr">
              <a:spcBef>
                <a:spcPts val="0"/>
              </a:spcBef>
              <a:spcAft>
                <a:spcPts val="0"/>
              </a:spcAft>
              <a:buSzPts val="33600"/>
              <a:buNone/>
              <a:defRPr sz="41582"/>
            </a:lvl5pPr>
            <a:lvl6pPr lvl="5" algn="ctr">
              <a:spcBef>
                <a:spcPts val="0"/>
              </a:spcBef>
              <a:spcAft>
                <a:spcPts val="0"/>
              </a:spcAft>
              <a:buSzPts val="33600"/>
              <a:buNone/>
              <a:defRPr sz="41582"/>
            </a:lvl6pPr>
            <a:lvl7pPr lvl="6" algn="ctr">
              <a:spcBef>
                <a:spcPts val="0"/>
              </a:spcBef>
              <a:spcAft>
                <a:spcPts val="0"/>
              </a:spcAft>
              <a:buSzPts val="33600"/>
              <a:buNone/>
              <a:defRPr sz="41582"/>
            </a:lvl7pPr>
            <a:lvl8pPr lvl="7" algn="ctr">
              <a:spcBef>
                <a:spcPts val="0"/>
              </a:spcBef>
              <a:spcAft>
                <a:spcPts val="0"/>
              </a:spcAft>
              <a:buSzPts val="33600"/>
              <a:buNone/>
              <a:defRPr sz="41582"/>
            </a:lvl8pPr>
            <a:lvl9pPr lvl="8" algn="ctr">
              <a:spcBef>
                <a:spcPts val="0"/>
              </a:spcBef>
              <a:spcAft>
                <a:spcPts val="0"/>
              </a:spcAft>
              <a:buSzPts val="33600"/>
              <a:buNone/>
              <a:defRPr sz="41582"/>
            </a:lvl9pPr>
          </a:lstStyle>
          <a:p>
            <a:r>
              <a:t>xx%</a:t>
            </a:r>
          </a:p>
        </p:txBody>
      </p:sp>
      <p:sp>
        <p:nvSpPr>
          <p:cNvPr id="44" name="Google Shape;44;p11"/>
          <p:cNvSpPr txBox="1">
            <a:spLocks noGrp="1"/>
          </p:cNvSpPr>
          <p:nvPr>
            <p:ph type="body" idx="1"/>
          </p:nvPr>
        </p:nvSpPr>
        <p:spPr>
          <a:xfrm>
            <a:off x="1032047" y="13105130"/>
            <a:ext cx="28211887" cy="5407923"/>
          </a:xfrm>
          <a:prstGeom prst="rect">
            <a:avLst/>
          </a:prstGeom>
        </p:spPr>
        <p:txBody>
          <a:bodyPr spcFirstLastPara="1" wrap="square" lIns="255950" tIns="255950" rIns="255950" bIns="255950" anchor="t" anchorCtr="0">
            <a:noAutofit/>
          </a:bodyPr>
          <a:lstStyle>
            <a:lvl1pPr marL="565813" lvl="0" indent="-675832" algn="ctr">
              <a:spcBef>
                <a:spcPts val="0"/>
              </a:spcBef>
              <a:spcAft>
                <a:spcPts val="0"/>
              </a:spcAft>
              <a:buSzPts val="5000"/>
              <a:buChar char="●"/>
              <a:defRPr/>
            </a:lvl1pPr>
            <a:lvl2pPr marL="1131627" lvl="1" indent="-589389" algn="ctr">
              <a:spcBef>
                <a:spcPts val="0"/>
              </a:spcBef>
              <a:spcAft>
                <a:spcPts val="0"/>
              </a:spcAft>
              <a:buSzPts val="3900"/>
              <a:buChar char="○"/>
              <a:defRPr/>
            </a:lvl2pPr>
            <a:lvl3pPr marL="1697440" lvl="2" indent="-589389" algn="ctr">
              <a:spcBef>
                <a:spcPts val="0"/>
              </a:spcBef>
              <a:spcAft>
                <a:spcPts val="0"/>
              </a:spcAft>
              <a:buSzPts val="3900"/>
              <a:buChar char="■"/>
              <a:defRPr/>
            </a:lvl3pPr>
            <a:lvl4pPr marL="2263253" lvl="3" indent="-589389" algn="ctr">
              <a:spcBef>
                <a:spcPts val="0"/>
              </a:spcBef>
              <a:spcAft>
                <a:spcPts val="0"/>
              </a:spcAft>
              <a:buSzPts val="3900"/>
              <a:buChar char="●"/>
              <a:defRPr/>
            </a:lvl4pPr>
            <a:lvl5pPr marL="2829066" lvl="4" indent="-589389" algn="ctr">
              <a:spcBef>
                <a:spcPts val="0"/>
              </a:spcBef>
              <a:spcAft>
                <a:spcPts val="0"/>
              </a:spcAft>
              <a:buSzPts val="3900"/>
              <a:buChar char="○"/>
              <a:defRPr/>
            </a:lvl5pPr>
            <a:lvl6pPr marL="3394880" lvl="5" indent="-589389" algn="ctr">
              <a:spcBef>
                <a:spcPts val="0"/>
              </a:spcBef>
              <a:spcAft>
                <a:spcPts val="0"/>
              </a:spcAft>
              <a:buSzPts val="3900"/>
              <a:buChar char="■"/>
              <a:defRPr/>
            </a:lvl6pPr>
            <a:lvl7pPr marL="3960693" lvl="6" indent="-589389" algn="ctr">
              <a:spcBef>
                <a:spcPts val="0"/>
              </a:spcBef>
              <a:spcAft>
                <a:spcPts val="0"/>
              </a:spcAft>
              <a:buSzPts val="3900"/>
              <a:buChar char="●"/>
              <a:defRPr/>
            </a:lvl7pPr>
            <a:lvl8pPr marL="4526506" lvl="7" indent="-589389" algn="ctr">
              <a:spcBef>
                <a:spcPts val="0"/>
              </a:spcBef>
              <a:spcAft>
                <a:spcPts val="0"/>
              </a:spcAft>
              <a:buSzPts val="3900"/>
              <a:buChar char="○"/>
              <a:defRPr/>
            </a:lvl8pPr>
            <a:lvl9pPr marL="5092320" lvl="8" indent="-589389" algn="ctr">
              <a:spcBef>
                <a:spcPts val="0"/>
              </a:spcBef>
              <a:spcAft>
                <a:spcPts val="0"/>
              </a:spcAft>
              <a:buSzPts val="3900"/>
              <a:buChar char="■"/>
              <a:defRPr/>
            </a:lvl9pPr>
          </a:lstStyle>
          <a:p>
            <a:endParaRPr/>
          </a:p>
        </p:txBody>
      </p:sp>
      <p:sp>
        <p:nvSpPr>
          <p:cNvPr id="45" name="Google Shape;45;p11"/>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2">
    <p:bg>
      <p:bgPr>
        <a:solidFill>
          <a:schemeClr val="accent1"/>
        </a:solidFill>
        <a:effectLst/>
      </p:bgPr>
    </p:bg>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1032065" y="530168"/>
            <a:ext cx="28211887" cy="1981334"/>
          </a:xfrm>
          <a:prstGeom prst="rect">
            <a:avLst/>
          </a:prstGeom>
        </p:spPr>
        <p:txBody>
          <a:bodyPr spcFirstLastPara="1" wrap="square" lIns="255950" tIns="255950" rIns="255950" bIns="255950" anchor="t" anchorCtr="0">
            <a:noAutofit/>
          </a:bodyPr>
          <a:lstStyle>
            <a:lvl1pPr lvl="0" algn="ctr" rtl="0">
              <a:spcBef>
                <a:spcPts val="0"/>
              </a:spcBef>
              <a:spcAft>
                <a:spcPts val="0"/>
              </a:spcAft>
              <a:buSzPts val="7800"/>
              <a:buNone/>
              <a:defRPr/>
            </a:lvl1pPr>
            <a:lvl2pPr lvl="1" rtl="0">
              <a:spcBef>
                <a:spcPts val="0"/>
              </a:spcBef>
              <a:spcAft>
                <a:spcPts val="0"/>
              </a:spcAft>
              <a:buSzPts val="7800"/>
              <a:buNone/>
              <a:defRPr/>
            </a:lvl2pPr>
            <a:lvl3pPr lvl="2" rtl="0">
              <a:spcBef>
                <a:spcPts val="0"/>
              </a:spcBef>
              <a:spcAft>
                <a:spcPts val="0"/>
              </a:spcAft>
              <a:buSzPts val="7800"/>
              <a:buNone/>
              <a:defRPr/>
            </a:lvl3pPr>
            <a:lvl4pPr lvl="3" rtl="0">
              <a:spcBef>
                <a:spcPts val="0"/>
              </a:spcBef>
              <a:spcAft>
                <a:spcPts val="0"/>
              </a:spcAft>
              <a:buSzPts val="7800"/>
              <a:buNone/>
              <a:defRPr/>
            </a:lvl4pPr>
            <a:lvl5pPr lvl="4" rtl="0">
              <a:spcBef>
                <a:spcPts val="0"/>
              </a:spcBef>
              <a:spcAft>
                <a:spcPts val="0"/>
              </a:spcAft>
              <a:buSzPts val="7800"/>
              <a:buNone/>
              <a:defRPr/>
            </a:lvl5pPr>
            <a:lvl6pPr lvl="5" rtl="0">
              <a:spcBef>
                <a:spcPts val="0"/>
              </a:spcBef>
              <a:spcAft>
                <a:spcPts val="0"/>
              </a:spcAft>
              <a:buSzPts val="7800"/>
              <a:buNone/>
              <a:defRPr/>
            </a:lvl6pPr>
            <a:lvl7pPr lvl="6" rtl="0">
              <a:spcBef>
                <a:spcPts val="0"/>
              </a:spcBef>
              <a:spcAft>
                <a:spcPts val="0"/>
              </a:spcAft>
              <a:buSzPts val="7800"/>
              <a:buNone/>
              <a:defRPr/>
            </a:lvl7pPr>
            <a:lvl8pPr lvl="7" rtl="0">
              <a:spcBef>
                <a:spcPts val="0"/>
              </a:spcBef>
              <a:spcAft>
                <a:spcPts val="0"/>
              </a:spcAft>
              <a:buSzPts val="7800"/>
              <a:buNone/>
              <a:defRPr/>
            </a:lvl8pPr>
            <a:lvl9pPr lvl="8" rtl="0">
              <a:spcBef>
                <a:spcPts val="0"/>
              </a:spcBef>
              <a:spcAft>
                <a:spcPts val="0"/>
              </a:spcAft>
              <a:buSzPts val="7800"/>
              <a:buNone/>
              <a:defRPr/>
            </a:lvl9pPr>
          </a:lstStyle>
          <a:p>
            <a:endParaRPr/>
          </a:p>
        </p:txBody>
      </p:sp>
      <p:sp>
        <p:nvSpPr>
          <p:cNvPr id="53" name="Google Shape;53;p14"/>
          <p:cNvSpPr/>
          <p:nvPr/>
        </p:nvSpPr>
        <p:spPr>
          <a:xfrm rot="-5400000">
            <a:off x="26503000"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TITLE_AND_BODY_2_1">
    <p:spTree>
      <p:nvGrpSpPr>
        <p:cNvPr id="1" name="Shape 57"/>
        <p:cNvGrpSpPr/>
        <p:nvPr/>
      </p:nvGrpSpPr>
      <p:grpSpPr>
        <a:xfrm>
          <a:off x="0" y="0"/>
          <a:ext cx="0" cy="0"/>
          <a:chOff x="0" y="0"/>
          <a:chExt cx="0" cy="0"/>
        </a:xfrm>
      </p:grpSpPr>
      <p:sp>
        <p:nvSpPr>
          <p:cNvPr id="58" name="Google Shape;58;p16"/>
          <p:cNvSpPr/>
          <p:nvPr/>
        </p:nvSpPr>
        <p:spPr>
          <a:xfrm rot="-5400000">
            <a:off x="-408391" y="-324702"/>
            <a:ext cx="4173163" cy="2154801"/>
          </a:xfrm>
          <a:prstGeom prst="chevron">
            <a:avLst>
              <a:gd name="adj" fmla="val 50000"/>
            </a:avLst>
          </a:prstGeom>
          <a:solidFill>
            <a:schemeClr val="dk2"/>
          </a:solidFill>
          <a:ln>
            <a:noFill/>
          </a:ln>
        </p:spPr>
        <p:txBody>
          <a:bodyPr spcFirstLastPara="1" wrap="square" lIns="113138" tIns="113138" rIns="113138" bIns="113138"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TITLE_AND_BODY_2_2">
    <p:spTree>
      <p:nvGrpSpPr>
        <p:cNvPr id="1" name="Shape 59"/>
        <p:cNvGrpSpPr/>
        <p:nvPr/>
      </p:nvGrpSpPr>
      <p:grpSpPr>
        <a:xfrm>
          <a:off x="0" y="0"/>
          <a:ext cx="0" cy="0"/>
          <a:chOff x="0" y="0"/>
          <a:chExt cx="0" cy="0"/>
        </a:xfrm>
      </p:grpSpPr>
      <p:grpSp>
        <p:nvGrpSpPr>
          <p:cNvPr id="60" name="Google Shape;60;p17"/>
          <p:cNvGrpSpPr/>
          <p:nvPr/>
        </p:nvGrpSpPr>
        <p:grpSpPr>
          <a:xfrm>
            <a:off x="-4849715" y="-4667383"/>
            <a:ext cx="39975447" cy="30718467"/>
            <a:chOff x="-3690625" y="-3795925"/>
            <a:chExt cx="30421250" cy="24823350"/>
          </a:xfrm>
        </p:grpSpPr>
        <p:sp>
          <p:nvSpPr>
            <p:cNvPr id="61" name="Google Shape;61;p17"/>
            <p:cNvSpPr/>
            <p:nvPr/>
          </p:nvSpPr>
          <p:spPr>
            <a:xfrm rot="5400000">
              <a:off x="-4501375" y="12540575"/>
              <a:ext cx="9297600" cy="7676100"/>
            </a:xfrm>
            <a:prstGeom prst="triangle">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sp>
          <p:nvSpPr>
            <p:cNvPr id="62" name="Google Shape;62;p17"/>
            <p:cNvSpPr/>
            <p:nvPr/>
          </p:nvSpPr>
          <p:spPr>
            <a:xfrm rot="-5400000" flipH="1">
              <a:off x="18243775" y="-2985175"/>
              <a:ext cx="9297600" cy="7676100"/>
            </a:xfrm>
            <a:prstGeom prst="triangle">
              <a:avLst>
                <a:gd name="adj"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733">
                <a:latin typeface="Oxygen"/>
                <a:ea typeface="Oxygen"/>
                <a:cs typeface="Oxygen"/>
                <a:sym typeface="Oxyge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2047" y="1850157"/>
            <a:ext cx="28211887" cy="2380793"/>
          </a:xfrm>
          <a:prstGeom prst="rect">
            <a:avLst/>
          </a:prstGeom>
          <a:noFill/>
          <a:ln>
            <a:noFill/>
          </a:ln>
        </p:spPr>
        <p:txBody>
          <a:bodyPr spcFirstLastPara="1" wrap="square" lIns="255950" tIns="255950" rIns="255950" bIns="255950" anchor="t" anchorCtr="0">
            <a:noAutofit/>
          </a:bodyPr>
          <a:lstStyle>
            <a:lvl1pPr lvl="0">
              <a:spcBef>
                <a:spcPts val="0"/>
              </a:spcBef>
              <a:spcAft>
                <a:spcPts val="0"/>
              </a:spcAft>
              <a:buClr>
                <a:schemeClr val="dk1"/>
              </a:buClr>
              <a:buSzPts val="7800"/>
              <a:buFont typeface="Sen"/>
              <a:buNone/>
              <a:defRPr sz="7800">
                <a:solidFill>
                  <a:schemeClr val="dk1"/>
                </a:solidFill>
                <a:latin typeface="Sen"/>
                <a:ea typeface="Sen"/>
                <a:cs typeface="Sen"/>
                <a:sym typeface="Sen"/>
              </a:defRPr>
            </a:lvl1pPr>
            <a:lvl2pPr lvl="1">
              <a:spcBef>
                <a:spcPts val="0"/>
              </a:spcBef>
              <a:spcAft>
                <a:spcPts val="0"/>
              </a:spcAft>
              <a:buClr>
                <a:schemeClr val="dk1"/>
              </a:buClr>
              <a:buSzPts val="7800"/>
              <a:buFont typeface="Sen"/>
              <a:buNone/>
              <a:defRPr sz="7800">
                <a:solidFill>
                  <a:schemeClr val="dk1"/>
                </a:solidFill>
                <a:latin typeface="Sen"/>
                <a:ea typeface="Sen"/>
                <a:cs typeface="Sen"/>
                <a:sym typeface="Sen"/>
              </a:defRPr>
            </a:lvl2pPr>
            <a:lvl3pPr lvl="2">
              <a:spcBef>
                <a:spcPts val="0"/>
              </a:spcBef>
              <a:spcAft>
                <a:spcPts val="0"/>
              </a:spcAft>
              <a:buClr>
                <a:schemeClr val="dk1"/>
              </a:buClr>
              <a:buSzPts val="7800"/>
              <a:buFont typeface="Sen"/>
              <a:buNone/>
              <a:defRPr sz="7800">
                <a:solidFill>
                  <a:schemeClr val="dk1"/>
                </a:solidFill>
                <a:latin typeface="Sen"/>
                <a:ea typeface="Sen"/>
                <a:cs typeface="Sen"/>
                <a:sym typeface="Sen"/>
              </a:defRPr>
            </a:lvl3pPr>
            <a:lvl4pPr lvl="3">
              <a:spcBef>
                <a:spcPts val="0"/>
              </a:spcBef>
              <a:spcAft>
                <a:spcPts val="0"/>
              </a:spcAft>
              <a:buClr>
                <a:schemeClr val="dk1"/>
              </a:buClr>
              <a:buSzPts val="7800"/>
              <a:buFont typeface="Sen"/>
              <a:buNone/>
              <a:defRPr sz="7800">
                <a:solidFill>
                  <a:schemeClr val="dk1"/>
                </a:solidFill>
                <a:latin typeface="Sen"/>
                <a:ea typeface="Sen"/>
                <a:cs typeface="Sen"/>
                <a:sym typeface="Sen"/>
              </a:defRPr>
            </a:lvl4pPr>
            <a:lvl5pPr lvl="4">
              <a:spcBef>
                <a:spcPts val="0"/>
              </a:spcBef>
              <a:spcAft>
                <a:spcPts val="0"/>
              </a:spcAft>
              <a:buClr>
                <a:schemeClr val="dk1"/>
              </a:buClr>
              <a:buSzPts val="7800"/>
              <a:buFont typeface="Sen"/>
              <a:buNone/>
              <a:defRPr sz="7800">
                <a:solidFill>
                  <a:schemeClr val="dk1"/>
                </a:solidFill>
                <a:latin typeface="Sen"/>
                <a:ea typeface="Sen"/>
                <a:cs typeface="Sen"/>
                <a:sym typeface="Sen"/>
              </a:defRPr>
            </a:lvl5pPr>
            <a:lvl6pPr lvl="5">
              <a:spcBef>
                <a:spcPts val="0"/>
              </a:spcBef>
              <a:spcAft>
                <a:spcPts val="0"/>
              </a:spcAft>
              <a:buClr>
                <a:schemeClr val="dk1"/>
              </a:buClr>
              <a:buSzPts val="7800"/>
              <a:buFont typeface="Sen"/>
              <a:buNone/>
              <a:defRPr sz="7800">
                <a:solidFill>
                  <a:schemeClr val="dk1"/>
                </a:solidFill>
                <a:latin typeface="Sen"/>
                <a:ea typeface="Sen"/>
                <a:cs typeface="Sen"/>
                <a:sym typeface="Sen"/>
              </a:defRPr>
            </a:lvl6pPr>
            <a:lvl7pPr lvl="6">
              <a:spcBef>
                <a:spcPts val="0"/>
              </a:spcBef>
              <a:spcAft>
                <a:spcPts val="0"/>
              </a:spcAft>
              <a:buClr>
                <a:schemeClr val="dk1"/>
              </a:buClr>
              <a:buSzPts val="7800"/>
              <a:buFont typeface="Sen"/>
              <a:buNone/>
              <a:defRPr sz="7800">
                <a:solidFill>
                  <a:schemeClr val="dk1"/>
                </a:solidFill>
                <a:latin typeface="Sen"/>
                <a:ea typeface="Sen"/>
                <a:cs typeface="Sen"/>
                <a:sym typeface="Sen"/>
              </a:defRPr>
            </a:lvl7pPr>
            <a:lvl8pPr lvl="7">
              <a:spcBef>
                <a:spcPts val="0"/>
              </a:spcBef>
              <a:spcAft>
                <a:spcPts val="0"/>
              </a:spcAft>
              <a:buClr>
                <a:schemeClr val="dk1"/>
              </a:buClr>
              <a:buSzPts val="7800"/>
              <a:buFont typeface="Sen"/>
              <a:buNone/>
              <a:defRPr sz="7800">
                <a:solidFill>
                  <a:schemeClr val="dk1"/>
                </a:solidFill>
                <a:latin typeface="Sen"/>
                <a:ea typeface="Sen"/>
                <a:cs typeface="Sen"/>
                <a:sym typeface="Sen"/>
              </a:defRPr>
            </a:lvl8pPr>
            <a:lvl9pPr lvl="8">
              <a:spcBef>
                <a:spcPts val="0"/>
              </a:spcBef>
              <a:spcAft>
                <a:spcPts val="0"/>
              </a:spcAft>
              <a:buClr>
                <a:schemeClr val="dk1"/>
              </a:buClr>
              <a:buSzPts val="7800"/>
              <a:buFont typeface="Sen"/>
              <a:buNone/>
              <a:defRPr sz="7800">
                <a:solidFill>
                  <a:schemeClr val="dk1"/>
                </a:solidFill>
                <a:latin typeface="Sen"/>
                <a:ea typeface="Sen"/>
                <a:cs typeface="Sen"/>
                <a:sym typeface="Sen"/>
              </a:defRPr>
            </a:lvl9pPr>
          </a:lstStyle>
          <a:p>
            <a:endParaRPr/>
          </a:p>
        </p:txBody>
      </p:sp>
      <p:sp>
        <p:nvSpPr>
          <p:cNvPr id="7" name="Google Shape;7;p1"/>
          <p:cNvSpPr txBox="1">
            <a:spLocks noGrp="1"/>
          </p:cNvSpPr>
          <p:nvPr>
            <p:ph type="body" idx="1"/>
          </p:nvPr>
        </p:nvSpPr>
        <p:spPr>
          <a:xfrm>
            <a:off x="1032047" y="4791325"/>
            <a:ext cx="28211887" cy="14203456"/>
          </a:xfrm>
          <a:prstGeom prst="rect">
            <a:avLst/>
          </a:prstGeom>
          <a:noFill/>
          <a:ln>
            <a:noFill/>
          </a:ln>
        </p:spPr>
        <p:txBody>
          <a:bodyPr spcFirstLastPara="1" wrap="square" lIns="255950" tIns="255950" rIns="255950" bIns="255950" anchor="t" anchorCtr="0">
            <a:noAutofit/>
          </a:bodyPr>
          <a:lstStyle>
            <a:lvl1pPr marL="457200" lvl="0" indent="-546100">
              <a:lnSpc>
                <a:spcPct val="115000"/>
              </a:lnSpc>
              <a:spcBef>
                <a:spcPts val="0"/>
              </a:spcBef>
              <a:spcAft>
                <a:spcPts val="0"/>
              </a:spcAft>
              <a:buClr>
                <a:schemeClr val="dk1"/>
              </a:buClr>
              <a:buSzPts val="5000"/>
              <a:buFont typeface="Oxygen"/>
              <a:buChar char="●"/>
              <a:defRPr sz="5000">
                <a:solidFill>
                  <a:schemeClr val="dk1"/>
                </a:solidFill>
                <a:latin typeface="Oxygen"/>
                <a:ea typeface="Oxygen"/>
                <a:cs typeface="Oxygen"/>
                <a:sym typeface="Oxygen"/>
              </a:defRPr>
            </a:lvl1pPr>
            <a:lvl2pPr marL="914400" lvl="1"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2pPr>
            <a:lvl3pPr marL="1371600" lvl="2"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3pPr>
            <a:lvl4pPr marL="1828800" lvl="3"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4pPr>
            <a:lvl5pPr marL="2286000" lvl="4"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5pPr>
            <a:lvl6pPr marL="2743200" lvl="5"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6pPr>
            <a:lvl7pPr marL="3200400" lvl="6"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7pPr>
            <a:lvl8pPr marL="3657600" lvl="7"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8pPr>
            <a:lvl9pPr marL="4114800" lvl="8" indent="-476250">
              <a:lnSpc>
                <a:spcPct val="115000"/>
              </a:lnSpc>
              <a:spcBef>
                <a:spcPts val="0"/>
              </a:spcBef>
              <a:spcAft>
                <a:spcPts val="0"/>
              </a:spcAft>
              <a:buClr>
                <a:schemeClr val="dk1"/>
              </a:buClr>
              <a:buSzPts val="3900"/>
              <a:buFont typeface="Oxygen"/>
              <a:buChar char="■"/>
              <a:defRPr sz="3900">
                <a:solidFill>
                  <a:schemeClr val="dk1"/>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60" r:id="rId8"/>
    <p:sldLayoutId id="2147483662" r:id="rId9"/>
    <p:sldLayoutId id="214748366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67"/>
        <p:cNvGrpSpPr/>
        <p:nvPr/>
      </p:nvGrpSpPr>
      <p:grpSpPr>
        <a:xfrm>
          <a:off x="0" y="0"/>
          <a:ext cx="0" cy="0"/>
          <a:chOff x="0" y="0"/>
          <a:chExt cx="0" cy="0"/>
        </a:xfrm>
      </p:grpSpPr>
      <p:sp>
        <p:nvSpPr>
          <p:cNvPr id="168" name="Google Shape;168;p24"/>
          <p:cNvSpPr/>
          <p:nvPr/>
        </p:nvSpPr>
        <p:spPr>
          <a:xfrm>
            <a:off x="8203884" y="3272409"/>
            <a:ext cx="10225521" cy="17670522"/>
          </a:xfrm>
          <a:prstGeom prst="rect">
            <a:avLst/>
          </a:prstGeom>
          <a:solidFill>
            <a:schemeClr val="lt1"/>
          </a:solidFill>
          <a:ln>
            <a:noFill/>
          </a:ln>
        </p:spPr>
        <p:txBody>
          <a:bodyPr spcFirstLastPara="1" wrap="square" lIns="113138" tIns="113138" rIns="113138" bIns="113138" anchor="ctr" anchorCtr="0">
            <a:noAutofit/>
          </a:bodyPr>
          <a:lstStyle/>
          <a:p>
            <a:endParaRPr sz="2220" dirty="0"/>
          </a:p>
        </p:txBody>
      </p:sp>
      <p:sp>
        <p:nvSpPr>
          <p:cNvPr id="172" name="Google Shape;172;p24"/>
          <p:cNvSpPr/>
          <p:nvPr/>
        </p:nvSpPr>
        <p:spPr>
          <a:xfrm>
            <a:off x="18837568" y="3245868"/>
            <a:ext cx="11165029" cy="12349732"/>
          </a:xfrm>
          <a:prstGeom prst="rect">
            <a:avLst/>
          </a:prstGeom>
          <a:solidFill>
            <a:schemeClr val="lt1"/>
          </a:solidFill>
          <a:ln>
            <a:noFill/>
          </a:ln>
        </p:spPr>
        <p:txBody>
          <a:bodyPr spcFirstLastPara="1" wrap="square" lIns="113138" tIns="113138" rIns="113138" bIns="113138" anchor="ctr" anchorCtr="0">
            <a:noAutofit/>
          </a:bodyPr>
          <a:lstStyle/>
          <a:p>
            <a:endParaRPr sz="2220"/>
          </a:p>
        </p:txBody>
      </p:sp>
      <p:sp>
        <p:nvSpPr>
          <p:cNvPr id="173" name="Google Shape;173;p24"/>
          <p:cNvSpPr txBox="1">
            <a:spLocks noGrp="1"/>
          </p:cNvSpPr>
          <p:nvPr>
            <p:ph type="title"/>
          </p:nvPr>
        </p:nvSpPr>
        <p:spPr>
          <a:xfrm>
            <a:off x="1544949" y="3364499"/>
            <a:ext cx="6427362" cy="1179816"/>
          </a:xfrm>
          <a:prstGeom prst="rect">
            <a:avLst/>
          </a:prstGeom>
        </p:spPr>
        <p:txBody>
          <a:bodyPr spcFirstLastPara="1" wrap="square" lIns="113138" tIns="113138" rIns="113138" bIns="113138" anchor="b" anchorCtr="0">
            <a:noAutofit/>
          </a:bodyPr>
          <a:lstStyle/>
          <a:p>
            <a:pPr algn="l"/>
            <a:r>
              <a:rPr lang="en" sz="5816"/>
              <a:t>INTRODUCTION</a:t>
            </a:r>
            <a:endParaRPr sz="5816"/>
          </a:p>
        </p:txBody>
      </p:sp>
      <p:sp>
        <p:nvSpPr>
          <p:cNvPr id="181" name="Google Shape;181;p24"/>
          <p:cNvSpPr txBox="1">
            <a:spLocks noGrp="1"/>
          </p:cNvSpPr>
          <p:nvPr>
            <p:ph type="title"/>
          </p:nvPr>
        </p:nvSpPr>
        <p:spPr>
          <a:xfrm>
            <a:off x="8516387" y="3349960"/>
            <a:ext cx="13184760" cy="787969"/>
          </a:xfrm>
          <a:prstGeom prst="rect">
            <a:avLst/>
          </a:prstGeom>
        </p:spPr>
        <p:txBody>
          <a:bodyPr spcFirstLastPara="1" wrap="square" lIns="113138" tIns="113138" rIns="113138" bIns="113138" anchor="b" anchorCtr="0">
            <a:noAutofit/>
          </a:bodyPr>
          <a:lstStyle/>
          <a:p>
            <a:pPr algn="l"/>
            <a:r>
              <a:rPr lang="en" sz="3600" dirty="0"/>
              <a:t>RESEARCH METHODOLOGY</a:t>
            </a:r>
            <a:endParaRPr sz="3600" dirty="0"/>
          </a:p>
        </p:txBody>
      </p:sp>
      <p:sp>
        <p:nvSpPr>
          <p:cNvPr id="182" name="Google Shape;182;p24"/>
          <p:cNvSpPr txBox="1">
            <a:spLocks noGrp="1"/>
          </p:cNvSpPr>
          <p:nvPr>
            <p:ph type="title"/>
          </p:nvPr>
        </p:nvSpPr>
        <p:spPr>
          <a:xfrm>
            <a:off x="18977043" y="3299145"/>
            <a:ext cx="9688517" cy="787969"/>
          </a:xfrm>
          <a:prstGeom prst="rect">
            <a:avLst/>
          </a:prstGeom>
        </p:spPr>
        <p:txBody>
          <a:bodyPr spcFirstLastPara="1" wrap="square" lIns="113138" tIns="113138" rIns="113138" bIns="113138" anchor="b" anchorCtr="0">
            <a:noAutofit/>
          </a:bodyPr>
          <a:lstStyle/>
          <a:p>
            <a:pPr algn="l"/>
            <a:r>
              <a:rPr lang="en-MY" sz="3600" dirty="0"/>
              <a:t>IMPLEMENTATION AND EVALUATION</a:t>
            </a:r>
            <a:endParaRPr sz="3600" dirty="0"/>
          </a:p>
        </p:txBody>
      </p:sp>
      <p:graphicFrame>
        <p:nvGraphicFramePr>
          <p:cNvPr id="218" name="Google Shape;218;p24"/>
          <p:cNvGraphicFramePr/>
          <p:nvPr>
            <p:extLst>
              <p:ext uri="{D42A27DB-BD31-4B8C-83A1-F6EECF244321}">
                <p14:modId xmlns:p14="http://schemas.microsoft.com/office/powerpoint/2010/main" val="354660732"/>
              </p:ext>
            </p:extLst>
          </p:nvPr>
        </p:nvGraphicFramePr>
        <p:xfrm>
          <a:off x="9030498" y="16032804"/>
          <a:ext cx="4286146" cy="4001722"/>
        </p:xfrm>
        <a:graphic>
          <a:graphicData uri="http://schemas.openxmlformats.org/drawingml/2006/table">
            <a:tbl>
              <a:tblPr>
                <a:noFill/>
                <a:tableStyleId>{F3B285A3-D7A4-4B8F-9DAF-6ECF1A1D16C3}</a:tableStyleId>
              </a:tblPr>
              <a:tblGrid>
                <a:gridCol w="2143073">
                  <a:extLst>
                    <a:ext uri="{9D8B030D-6E8A-4147-A177-3AD203B41FA5}">
                      <a16:colId xmlns:a16="http://schemas.microsoft.com/office/drawing/2014/main" val="20000"/>
                    </a:ext>
                  </a:extLst>
                </a:gridCol>
                <a:gridCol w="2143073">
                  <a:extLst>
                    <a:ext uri="{9D8B030D-6E8A-4147-A177-3AD203B41FA5}">
                      <a16:colId xmlns:a16="http://schemas.microsoft.com/office/drawing/2014/main" val="20001"/>
                    </a:ext>
                  </a:extLst>
                </a:gridCol>
              </a:tblGrid>
              <a:tr h="603466">
                <a:tc>
                  <a:txBody>
                    <a:bodyPr/>
                    <a:lstStyle/>
                    <a:p>
                      <a:pPr marL="0" lvl="0" indent="0" algn="ctr" rtl="0">
                        <a:spcBef>
                          <a:spcPts val="0"/>
                        </a:spcBef>
                        <a:spcAft>
                          <a:spcPts val="0"/>
                        </a:spcAft>
                        <a:buNone/>
                      </a:pPr>
                      <a:r>
                        <a:rPr lang="en" sz="2500" dirty="0">
                          <a:solidFill>
                            <a:schemeClr val="lt1"/>
                          </a:solidFill>
                          <a:latin typeface="Sen"/>
                          <a:ea typeface="Sen"/>
                          <a:cs typeface="Sen"/>
                          <a:sym typeface="Sen"/>
                        </a:rPr>
                        <a:t>Type</a:t>
                      </a:r>
                      <a:endParaRPr sz="2500" dirty="0">
                        <a:solidFill>
                          <a:schemeClr val="lt1"/>
                        </a:solidFill>
                        <a:latin typeface="Sen"/>
                        <a:ea typeface="Sen"/>
                        <a:cs typeface="Sen"/>
                        <a:sym typeface="S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MY" sz="2500" dirty="0">
                          <a:solidFill>
                            <a:schemeClr val="lt1"/>
                          </a:solidFill>
                          <a:latin typeface="Sen"/>
                          <a:ea typeface="Sen"/>
                          <a:cs typeface="Sen"/>
                          <a:sym typeface="Sen"/>
                        </a:rPr>
                        <a:t>Models</a:t>
                      </a:r>
                      <a:endParaRPr sz="2500" dirty="0">
                        <a:solidFill>
                          <a:schemeClr val="lt1"/>
                        </a:solidFill>
                        <a:latin typeface="Sen"/>
                        <a:ea typeface="Sen"/>
                        <a:cs typeface="Sen"/>
                        <a:sym typeface="S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65741">
                <a:tc>
                  <a:txBody>
                    <a:bodyPr/>
                    <a:lstStyle/>
                    <a:p>
                      <a:pPr marL="0" lvl="0" indent="0" algn="ctr" rtl="0">
                        <a:spcBef>
                          <a:spcPts val="0"/>
                        </a:spcBef>
                        <a:spcAft>
                          <a:spcPts val="0"/>
                        </a:spcAft>
                        <a:buNone/>
                      </a:pPr>
                      <a:r>
                        <a:rPr lang="en-MY" sz="2100" dirty="0">
                          <a:solidFill>
                            <a:schemeClr val="dk1"/>
                          </a:solidFill>
                          <a:latin typeface="Oxygen"/>
                          <a:ea typeface="Oxygen"/>
                          <a:cs typeface="Oxygen"/>
                          <a:sym typeface="Oxygen"/>
                        </a:rPr>
                        <a:t>Mamba</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dirty="0">
                          <a:solidFill>
                            <a:schemeClr val="dk1"/>
                          </a:solidFill>
                          <a:latin typeface="Oxygen"/>
                          <a:ea typeface="Oxygen"/>
                          <a:cs typeface="Oxygen"/>
                          <a:sym typeface="Oxygen"/>
                        </a:rPr>
                        <a:t>VMamba</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65741">
                <a:tc rowSpan="4">
                  <a:txBody>
                    <a:bodyPr/>
                    <a:lstStyle/>
                    <a:p>
                      <a:pPr marL="0" lvl="0" indent="0" algn="ctr" rtl="0">
                        <a:spcBef>
                          <a:spcPts val="0"/>
                        </a:spcBef>
                        <a:spcAft>
                          <a:spcPts val="0"/>
                        </a:spcAft>
                        <a:buNone/>
                      </a:pPr>
                      <a:r>
                        <a:rPr lang="en-MY" sz="2100" dirty="0">
                          <a:solidFill>
                            <a:schemeClr val="dk1"/>
                          </a:solidFill>
                          <a:latin typeface="Oxygen"/>
                          <a:ea typeface="Oxygen"/>
                          <a:cs typeface="Oxygen"/>
                          <a:sym typeface="Oxygen"/>
                        </a:rPr>
                        <a:t>CNN</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dirty="0">
                          <a:solidFill>
                            <a:schemeClr val="dk1"/>
                          </a:solidFill>
                          <a:latin typeface="Oxygen"/>
                          <a:ea typeface="Oxygen"/>
                          <a:cs typeface="Oxygen"/>
                          <a:sym typeface="Oxygen"/>
                        </a:rPr>
                        <a:t>EfficientNetV2</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65741">
                <a:tc vMerge="1">
                  <a:txBody>
                    <a:bodyPr/>
                    <a:lstStyle/>
                    <a:p>
                      <a:pPr marL="0" lvl="0" indent="0" algn="ctr" rtl="0">
                        <a:spcBef>
                          <a:spcPts val="0"/>
                        </a:spcBef>
                        <a:spcAft>
                          <a:spcPts val="0"/>
                        </a:spcAft>
                        <a:buNone/>
                      </a:pP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dirty="0">
                          <a:solidFill>
                            <a:schemeClr val="dk1"/>
                          </a:solidFill>
                          <a:latin typeface="Oxygen"/>
                          <a:ea typeface="Oxygen"/>
                          <a:cs typeface="Oxygen"/>
                          <a:sym typeface="Oxygen"/>
                        </a:rPr>
                        <a:t>EfficientNet</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65741">
                <a:tc vMerge="1">
                  <a:txBody>
                    <a:bodyPr/>
                    <a:lstStyle/>
                    <a:p>
                      <a:pPr marL="0" lvl="0" indent="0" algn="ctr" rtl="0">
                        <a:spcBef>
                          <a:spcPts val="0"/>
                        </a:spcBef>
                        <a:spcAft>
                          <a:spcPts val="0"/>
                        </a:spcAft>
                        <a:buNone/>
                      </a:pP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100" dirty="0">
                          <a:solidFill>
                            <a:schemeClr val="dk1"/>
                          </a:solidFill>
                          <a:latin typeface="Oxygen"/>
                          <a:ea typeface="Oxygen"/>
                          <a:cs typeface="Oxygen"/>
                          <a:sym typeface="Oxygen"/>
                        </a:rPr>
                        <a:t>ResNet50</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65741">
                <a:tc vMerge="1">
                  <a:txBody>
                    <a:bodyPr/>
                    <a:lstStyle/>
                    <a:p>
                      <a:pPr marL="0" lvl="0" indent="0" algn="ctr" rtl="0">
                        <a:spcBef>
                          <a:spcPts val="0"/>
                        </a:spcBef>
                        <a:spcAft>
                          <a:spcPts val="0"/>
                        </a:spcAft>
                        <a:buNone/>
                      </a:pP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MY" sz="2100" dirty="0" err="1">
                          <a:solidFill>
                            <a:schemeClr val="dk1"/>
                          </a:solidFill>
                          <a:latin typeface="Oxygen"/>
                          <a:ea typeface="Oxygen"/>
                          <a:cs typeface="Oxygen"/>
                          <a:sym typeface="Oxygen"/>
                        </a:rPr>
                        <a:t>AlexNet</a:t>
                      </a:r>
                      <a:endParaRPr sz="2100" dirty="0">
                        <a:solidFill>
                          <a:schemeClr val="dk1"/>
                        </a:solidFill>
                        <a:latin typeface="Oxygen"/>
                        <a:ea typeface="Oxygen"/>
                        <a:cs typeface="Oxygen"/>
                        <a:sym typeface="Oxygen"/>
                      </a:endParaRPr>
                    </a:p>
                  </a:txBody>
                  <a:tcPr marL="113138" marR="113138" marT="113138" marB="113138"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61844705"/>
                  </a:ext>
                </a:extLst>
              </a:tr>
              <a:tr h="565741">
                <a:tc>
                  <a:txBody>
                    <a:bodyPr/>
                    <a:lstStyle/>
                    <a:p>
                      <a:pPr marL="0" lvl="0" indent="0" algn="ctr" rtl="0">
                        <a:spcBef>
                          <a:spcPts val="0"/>
                        </a:spcBef>
                        <a:spcAft>
                          <a:spcPts val="0"/>
                        </a:spcAft>
                        <a:buNone/>
                      </a:pPr>
                      <a:r>
                        <a:rPr lang="en-MY" sz="2100" dirty="0">
                          <a:solidFill>
                            <a:schemeClr val="dk1"/>
                          </a:solidFill>
                          <a:latin typeface="Oxygen"/>
                          <a:ea typeface="Oxygen"/>
                          <a:cs typeface="Oxygen"/>
                          <a:sym typeface="Oxygen"/>
                        </a:rPr>
                        <a:t>Transformer</a:t>
                      </a:r>
                      <a:endParaRPr sz="2100" dirty="0">
                        <a:solidFill>
                          <a:schemeClr val="dk1"/>
                        </a:solidFill>
                        <a:latin typeface="Oxygen"/>
                        <a:ea typeface="Oxygen"/>
                        <a:cs typeface="Oxygen"/>
                        <a:sym typeface="Oxygen"/>
                      </a:endParaRPr>
                    </a:p>
                  </a:txBody>
                  <a:tcPr marL="113138" marR="113138" marT="113138" marB="113138"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MY" sz="2100" dirty="0">
                          <a:solidFill>
                            <a:schemeClr val="dk1"/>
                          </a:solidFill>
                          <a:latin typeface="Oxygen"/>
                          <a:ea typeface="Oxygen"/>
                          <a:cs typeface="Oxygen"/>
                          <a:sym typeface="Oxygen"/>
                        </a:rPr>
                        <a:t>Vit</a:t>
                      </a:r>
                    </a:p>
                  </a:txBody>
                  <a:tcPr marL="113138" marR="113138" marT="113138" marB="113138"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405822914"/>
                  </a:ext>
                </a:extLst>
              </a:tr>
            </a:tbl>
          </a:graphicData>
        </a:graphic>
      </p:graphicFrame>
      <p:sp>
        <p:nvSpPr>
          <p:cNvPr id="6" name="Google Shape;168;p24">
            <a:extLst>
              <a:ext uri="{FF2B5EF4-FFF2-40B4-BE49-F238E27FC236}">
                <a16:creationId xmlns:a16="http://schemas.microsoft.com/office/drawing/2014/main" id="{A6F20EB9-C3BD-0BF3-7C20-72437B649BB6}"/>
              </a:ext>
            </a:extLst>
          </p:cNvPr>
          <p:cNvSpPr/>
          <p:nvPr/>
        </p:nvSpPr>
        <p:spPr>
          <a:xfrm>
            <a:off x="260317" y="3309877"/>
            <a:ext cx="7697380" cy="4319632"/>
          </a:xfrm>
          <a:prstGeom prst="rect">
            <a:avLst/>
          </a:prstGeom>
          <a:solidFill>
            <a:schemeClr val="lt1"/>
          </a:solidFill>
          <a:ln>
            <a:noFill/>
          </a:ln>
        </p:spPr>
        <p:txBody>
          <a:bodyPr spcFirstLastPara="1" wrap="square" lIns="113138" tIns="113138" rIns="113138" bIns="113138" anchor="ctr" anchorCtr="0">
            <a:noAutofit/>
          </a:bodyPr>
          <a:lstStyle/>
          <a:p>
            <a:endParaRPr sz="2220"/>
          </a:p>
        </p:txBody>
      </p:sp>
      <p:sp>
        <p:nvSpPr>
          <p:cNvPr id="13" name="Text Box 2">
            <a:extLst>
              <a:ext uri="{FF2B5EF4-FFF2-40B4-BE49-F238E27FC236}">
                <a16:creationId xmlns:a16="http://schemas.microsoft.com/office/drawing/2014/main" id="{DB5A97CE-ADCC-D5F8-88EF-8CED1CDE9A3A}"/>
              </a:ext>
            </a:extLst>
          </p:cNvPr>
          <p:cNvSpPr txBox="1">
            <a:spLocks noGrp="1" noChangeArrowheads="1"/>
          </p:cNvSpPr>
          <p:nvPr>
            <p:ph type="title"/>
          </p:nvPr>
        </p:nvSpPr>
        <p:spPr bwMode="auto">
          <a:xfrm>
            <a:off x="1031874" y="-220400"/>
            <a:ext cx="28211463" cy="2625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5763" tIns="385763" rIns="385763" bIns="385763">
            <a:spAutoFit/>
          </a:bodyPr>
          <a:lstStyle>
            <a:lvl1pPr defTabSz="908050">
              <a:defRPr sz="3400" b="1">
                <a:solidFill>
                  <a:srgbClr val="003399"/>
                </a:solidFill>
                <a:latin typeface="Arial" panose="020B0604020202020204" pitchFamily="34" charset="0"/>
              </a:defRPr>
            </a:lvl1pPr>
            <a:lvl2pPr marL="742950" indent="-285750" defTabSz="908050">
              <a:defRPr sz="3400" b="1">
                <a:solidFill>
                  <a:srgbClr val="003399"/>
                </a:solidFill>
                <a:latin typeface="Arial" panose="020B0604020202020204" pitchFamily="34" charset="0"/>
              </a:defRPr>
            </a:lvl2pPr>
            <a:lvl3pPr marL="1143000" indent="-228600" defTabSz="908050">
              <a:defRPr sz="3400" b="1">
                <a:solidFill>
                  <a:srgbClr val="003399"/>
                </a:solidFill>
                <a:latin typeface="Arial" panose="020B0604020202020204" pitchFamily="34" charset="0"/>
              </a:defRPr>
            </a:lvl3pPr>
            <a:lvl4pPr marL="1600200" indent="-228600" defTabSz="908050">
              <a:defRPr sz="3400" b="1">
                <a:solidFill>
                  <a:srgbClr val="003399"/>
                </a:solidFill>
                <a:latin typeface="Arial" panose="020B0604020202020204" pitchFamily="34" charset="0"/>
              </a:defRPr>
            </a:lvl4pPr>
            <a:lvl5pPr marL="2057400" indent="-228600" defTabSz="908050">
              <a:defRPr sz="3400" b="1">
                <a:solidFill>
                  <a:srgbClr val="003399"/>
                </a:solidFill>
                <a:latin typeface="Arial" panose="020B0604020202020204" pitchFamily="34" charset="0"/>
              </a:defRPr>
            </a:lvl5pPr>
            <a:lvl6pPr marL="2514600" indent="-228600" defTabSz="908050" eaLnBrk="0" fontAlgn="base" hangingPunct="0">
              <a:spcBef>
                <a:spcPct val="0"/>
              </a:spcBef>
              <a:spcAft>
                <a:spcPct val="0"/>
              </a:spcAft>
              <a:defRPr sz="3400" b="1">
                <a:solidFill>
                  <a:srgbClr val="003399"/>
                </a:solidFill>
                <a:latin typeface="Arial" panose="020B0604020202020204" pitchFamily="34" charset="0"/>
              </a:defRPr>
            </a:lvl6pPr>
            <a:lvl7pPr marL="2971800" indent="-228600" defTabSz="908050" eaLnBrk="0" fontAlgn="base" hangingPunct="0">
              <a:spcBef>
                <a:spcPct val="0"/>
              </a:spcBef>
              <a:spcAft>
                <a:spcPct val="0"/>
              </a:spcAft>
              <a:defRPr sz="3400" b="1">
                <a:solidFill>
                  <a:srgbClr val="003399"/>
                </a:solidFill>
                <a:latin typeface="Arial" panose="020B0604020202020204" pitchFamily="34" charset="0"/>
              </a:defRPr>
            </a:lvl7pPr>
            <a:lvl8pPr marL="3429000" indent="-228600" defTabSz="908050" eaLnBrk="0" fontAlgn="base" hangingPunct="0">
              <a:spcBef>
                <a:spcPct val="0"/>
              </a:spcBef>
              <a:spcAft>
                <a:spcPct val="0"/>
              </a:spcAft>
              <a:defRPr sz="3400" b="1">
                <a:solidFill>
                  <a:srgbClr val="003399"/>
                </a:solidFill>
                <a:latin typeface="Arial" panose="020B0604020202020204" pitchFamily="34" charset="0"/>
              </a:defRPr>
            </a:lvl8pPr>
            <a:lvl9pPr marL="3886200" indent="-228600" defTabSz="908050" eaLnBrk="0" fontAlgn="base" hangingPunct="0">
              <a:spcBef>
                <a:spcPct val="0"/>
              </a:spcBef>
              <a:spcAft>
                <a:spcPct val="0"/>
              </a:spcAft>
              <a:defRPr sz="3400" b="1">
                <a:solidFill>
                  <a:srgbClr val="003399"/>
                </a:solidFill>
                <a:latin typeface="Arial" panose="020B0604020202020204" pitchFamily="34" charset="0"/>
              </a:defRPr>
            </a:lvl9pPr>
          </a:lstStyle>
          <a:p>
            <a:pPr algn="ctr"/>
            <a:r>
              <a:rPr lang="en-US" altLang="en-US" sz="6000" dirty="0">
                <a:solidFill>
                  <a:schemeClr val="tx1"/>
                </a:solidFill>
                <a:latin typeface="Calibri" panose="020F0502020204030204" pitchFamily="34" charset="0"/>
                <a:cs typeface="Calibri" panose="020F0502020204030204" pitchFamily="34" charset="0"/>
              </a:rPr>
              <a:t>FYP02-DS-T2510-0093: </a:t>
            </a:r>
            <a:r>
              <a:rPr lang="en-US" altLang="en-US" sz="6000" b="0" dirty="0">
                <a:solidFill>
                  <a:schemeClr val="tx1"/>
                </a:solidFill>
                <a:latin typeface="Calibri" panose="020F0502020204030204" pitchFamily="34" charset="0"/>
                <a:cs typeface="Calibri" panose="020F0502020204030204" pitchFamily="34" charset="0"/>
              </a:rPr>
              <a:t>LAND-COVER SEGMENTATION AND CLASSIFICATION OF SATELLITE IMAGERY</a:t>
            </a:r>
          </a:p>
        </p:txBody>
      </p:sp>
      <p:pic>
        <p:nvPicPr>
          <p:cNvPr id="14" name="Picture 8">
            <a:extLst>
              <a:ext uri="{FF2B5EF4-FFF2-40B4-BE49-F238E27FC236}">
                <a16:creationId xmlns:a16="http://schemas.microsoft.com/office/drawing/2014/main" id="{962CAD1F-8676-702F-F063-7D7316592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3515" y="1169355"/>
            <a:ext cx="9559082" cy="188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Google Shape;176;p24">
            <a:extLst>
              <a:ext uri="{FF2B5EF4-FFF2-40B4-BE49-F238E27FC236}">
                <a16:creationId xmlns:a16="http://schemas.microsoft.com/office/drawing/2014/main" id="{C903B930-E444-185A-CD3B-A07468A9E65C}"/>
              </a:ext>
            </a:extLst>
          </p:cNvPr>
          <p:cNvSpPr txBox="1"/>
          <p:nvPr/>
        </p:nvSpPr>
        <p:spPr>
          <a:xfrm>
            <a:off x="257918" y="1244860"/>
            <a:ext cx="5616690" cy="2001008"/>
          </a:xfrm>
          <a:prstGeom prst="rect">
            <a:avLst/>
          </a:prstGeom>
          <a:noFill/>
          <a:ln>
            <a:noFill/>
          </a:ln>
        </p:spPr>
        <p:txBody>
          <a:bodyPr spcFirstLastPara="1" wrap="square" lIns="113138" tIns="113138" rIns="113138" bIns="113138" anchor="t" anchorCtr="0">
            <a:noAutofit/>
          </a:bodyPr>
          <a:lstStyle/>
          <a:p>
            <a:r>
              <a:rPr lang="en-MY" sz="2599" b="1" dirty="0">
                <a:solidFill>
                  <a:schemeClr val="dk1"/>
                </a:solidFill>
                <a:latin typeface="Oxygen"/>
                <a:ea typeface="Oxygen"/>
                <a:cs typeface="Oxygen"/>
                <a:sym typeface="Oxygen"/>
              </a:rPr>
              <a:t>Yap Jack, 1211103024</a:t>
            </a:r>
          </a:p>
          <a:p>
            <a:r>
              <a:rPr lang="en-US" altLang="en-US" sz="2800" dirty="0">
                <a:solidFill>
                  <a:schemeClr val="tx1"/>
                </a:solidFill>
                <a:latin typeface="Calibri" panose="020F0502020204030204" pitchFamily="34" charset="0"/>
                <a:cs typeface="Calibri" panose="020F0502020204030204" pitchFamily="34" charset="0"/>
              </a:rPr>
              <a:t>Supervisor: Dr. Pee Chih Yang, </a:t>
            </a:r>
          </a:p>
          <a:p>
            <a:r>
              <a:rPr lang="en-US" altLang="en-US" sz="2800" dirty="0">
                <a:solidFill>
                  <a:schemeClr val="tx1"/>
                </a:solidFill>
                <a:latin typeface="Calibri" panose="020F0502020204030204" pitchFamily="34" charset="0"/>
                <a:cs typeface="Calibri" panose="020F0502020204030204" pitchFamily="34" charset="0"/>
              </a:rPr>
              <a:t>Co-supervisor: Dr. Wong Lai Kuan,</a:t>
            </a:r>
          </a:p>
          <a:p>
            <a:r>
              <a:rPr lang="en-US" altLang="en-US" sz="2800" dirty="0">
                <a:solidFill>
                  <a:schemeClr val="tx1"/>
                </a:solidFill>
                <a:latin typeface="Calibri" panose="020F0502020204030204" pitchFamily="34" charset="0"/>
                <a:cs typeface="Calibri" panose="020F0502020204030204" pitchFamily="34" charset="0"/>
              </a:rPr>
              <a:t>Moderator: Dr Ng Hu</a:t>
            </a:r>
          </a:p>
          <a:p>
            <a:endParaRPr sz="2599" dirty="0">
              <a:solidFill>
                <a:schemeClr val="dk1"/>
              </a:solidFill>
              <a:latin typeface="Oxygen"/>
              <a:ea typeface="Oxygen"/>
              <a:cs typeface="Oxygen"/>
              <a:sym typeface="Oxygen"/>
            </a:endParaRPr>
          </a:p>
        </p:txBody>
      </p:sp>
      <p:sp>
        <p:nvSpPr>
          <p:cNvPr id="17" name="Google Shape;181;p24">
            <a:extLst>
              <a:ext uri="{FF2B5EF4-FFF2-40B4-BE49-F238E27FC236}">
                <a16:creationId xmlns:a16="http://schemas.microsoft.com/office/drawing/2014/main" id="{3C48C482-48B0-49A3-3A0E-500A460972CA}"/>
              </a:ext>
            </a:extLst>
          </p:cNvPr>
          <p:cNvSpPr txBox="1">
            <a:spLocks/>
          </p:cNvSpPr>
          <p:nvPr/>
        </p:nvSpPr>
        <p:spPr>
          <a:xfrm>
            <a:off x="388387" y="3464180"/>
            <a:ext cx="6427362" cy="702422"/>
          </a:xfrm>
          <a:prstGeom prst="rect">
            <a:avLst/>
          </a:prstGeom>
          <a:noFill/>
          <a:ln>
            <a:noFill/>
          </a:ln>
        </p:spPr>
        <p:txBody>
          <a:bodyPr spcFirstLastPara="1" wrap="square" lIns="113138" tIns="113138" rIns="113138" bIns="113138"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1pPr>
            <a:lvl2pPr marR="0" lvl="1"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2pPr>
            <a:lvl3pPr marR="0" lvl="2"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3pPr>
            <a:lvl4pPr marR="0" lvl="3"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4pPr>
            <a:lvl5pPr marR="0" lvl="4"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5pPr>
            <a:lvl6pPr marR="0" lvl="5"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6pPr>
            <a:lvl7pPr marR="0" lvl="6"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7pPr>
            <a:lvl8pPr marR="0" lvl="7"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8pPr>
            <a:lvl9pPr marR="0" lvl="8"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9pPr>
          </a:lstStyle>
          <a:p>
            <a:pPr algn="l"/>
            <a:r>
              <a:rPr lang="en-MY" sz="3600" dirty="0"/>
              <a:t>ABSTRACT</a:t>
            </a:r>
          </a:p>
        </p:txBody>
      </p:sp>
      <p:sp>
        <p:nvSpPr>
          <p:cNvPr id="18" name="Google Shape;176;p24">
            <a:extLst>
              <a:ext uri="{FF2B5EF4-FFF2-40B4-BE49-F238E27FC236}">
                <a16:creationId xmlns:a16="http://schemas.microsoft.com/office/drawing/2014/main" id="{756C0AFC-5EF3-C91B-2B86-9FD31E5A9D57}"/>
              </a:ext>
            </a:extLst>
          </p:cNvPr>
          <p:cNvSpPr txBox="1"/>
          <p:nvPr/>
        </p:nvSpPr>
        <p:spPr>
          <a:xfrm>
            <a:off x="388387" y="4457299"/>
            <a:ext cx="7583924" cy="3172210"/>
          </a:xfrm>
          <a:prstGeom prst="rect">
            <a:avLst/>
          </a:prstGeom>
          <a:noFill/>
          <a:ln>
            <a:noFill/>
          </a:ln>
        </p:spPr>
        <p:txBody>
          <a:bodyPr spcFirstLastPara="1" wrap="square" lIns="113138" tIns="113138" rIns="113138" bIns="113138" anchor="t" anchorCtr="0">
            <a:noAutofit/>
          </a:bodyPr>
          <a:lstStyle/>
          <a:p>
            <a:r>
              <a:rPr lang="en-US" sz="2000" dirty="0"/>
              <a:t>This project improves land-cover classification in Malaysia using satellite imagery, focusing on the </a:t>
            </a:r>
            <a:r>
              <a:rPr lang="en-US" sz="2000" dirty="0" err="1"/>
              <a:t>DeepEarthMY</a:t>
            </a:r>
            <a:r>
              <a:rPr lang="en-US" sz="2000" dirty="0"/>
              <a:t> dataset. The original dataset had an urban–rural imbalance, with too few urban images. To fix this, we added annotated urban images from Sabah and Sarawak. Analysis revealed rural areas are dominated by Agriculture and Forest, while urban areas have more Buildings and Roads. We then trained and compared deep learning models, including </a:t>
            </a:r>
            <a:r>
              <a:rPr lang="en-US" sz="2000" dirty="0" err="1"/>
              <a:t>EfficientNet</a:t>
            </a:r>
            <a:r>
              <a:rPr lang="en-US" sz="2000" dirty="0"/>
              <a:t> and </a:t>
            </a:r>
            <a:r>
              <a:rPr lang="en-US" sz="2000" dirty="0" err="1"/>
              <a:t>VMamba</a:t>
            </a:r>
            <a:r>
              <a:rPr lang="en-US" sz="2000" dirty="0"/>
              <a:t> variants, to find the best-performing architecture.</a:t>
            </a:r>
            <a:endParaRPr sz="2000" dirty="0">
              <a:solidFill>
                <a:schemeClr val="dk1"/>
              </a:solidFill>
              <a:latin typeface="Oxygen"/>
              <a:ea typeface="Oxygen"/>
              <a:cs typeface="Oxygen"/>
              <a:sym typeface="Oxygen"/>
            </a:endParaRPr>
          </a:p>
        </p:txBody>
      </p:sp>
      <p:sp>
        <p:nvSpPr>
          <p:cNvPr id="19" name="Google Shape;168;p24">
            <a:extLst>
              <a:ext uri="{FF2B5EF4-FFF2-40B4-BE49-F238E27FC236}">
                <a16:creationId xmlns:a16="http://schemas.microsoft.com/office/drawing/2014/main" id="{511AE706-B35E-A0F3-0531-335BED809A29}"/>
              </a:ext>
            </a:extLst>
          </p:cNvPr>
          <p:cNvSpPr/>
          <p:nvPr/>
        </p:nvSpPr>
        <p:spPr>
          <a:xfrm>
            <a:off x="272616" y="7910851"/>
            <a:ext cx="7697380" cy="4225997"/>
          </a:xfrm>
          <a:prstGeom prst="rect">
            <a:avLst/>
          </a:prstGeom>
          <a:solidFill>
            <a:schemeClr val="lt1"/>
          </a:solidFill>
          <a:ln>
            <a:noFill/>
          </a:ln>
        </p:spPr>
        <p:txBody>
          <a:bodyPr spcFirstLastPara="1" wrap="square" lIns="113138" tIns="113138" rIns="113138" bIns="113138" anchor="ctr" anchorCtr="0">
            <a:noAutofit/>
          </a:bodyPr>
          <a:lstStyle/>
          <a:p>
            <a:endParaRPr sz="2220"/>
          </a:p>
        </p:txBody>
      </p:sp>
      <p:sp>
        <p:nvSpPr>
          <p:cNvPr id="20" name="Google Shape;168;p24">
            <a:extLst>
              <a:ext uri="{FF2B5EF4-FFF2-40B4-BE49-F238E27FC236}">
                <a16:creationId xmlns:a16="http://schemas.microsoft.com/office/drawing/2014/main" id="{FB69B6E8-85E2-FA77-5B14-20E728D67FBD}"/>
              </a:ext>
            </a:extLst>
          </p:cNvPr>
          <p:cNvSpPr/>
          <p:nvPr/>
        </p:nvSpPr>
        <p:spPr>
          <a:xfrm>
            <a:off x="221930" y="12325930"/>
            <a:ext cx="7697380" cy="8654469"/>
          </a:xfrm>
          <a:prstGeom prst="rect">
            <a:avLst/>
          </a:prstGeom>
          <a:solidFill>
            <a:schemeClr val="lt1"/>
          </a:solidFill>
          <a:ln>
            <a:noFill/>
          </a:ln>
        </p:spPr>
        <p:txBody>
          <a:bodyPr spcFirstLastPara="1" wrap="square" lIns="113138" tIns="113138" rIns="113138" bIns="113138" anchor="ctr" anchorCtr="0">
            <a:noAutofit/>
          </a:bodyPr>
          <a:lstStyle/>
          <a:p>
            <a:endParaRPr sz="2220"/>
          </a:p>
        </p:txBody>
      </p:sp>
      <p:sp>
        <p:nvSpPr>
          <p:cNvPr id="21" name="Google Shape;181;p24">
            <a:extLst>
              <a:ext uri="{FF2B5EF4-FFF2-40B4-BE49-F238E27FC236}">
                <a16:creationId xmlns:a16="http://schemas.microsoft.com/office/drawing/2014/main" id="{CB7A72F6-8CC6-385A-94FD-582E1A0B71B2}"/>
              </a:ext>
            </a:extLst>
          </p:cNvPr>
          <p:cNvSpPr txBox="1">
            <a:spLocks/>
          </p:cNvSpPr>
          <p:nvPr/>
        </p:nvSpPr>
        <p:spPr>
          <a:xfrm>
            <a:off x="388387" y="7844698"/>
            <a:ext cx="7442310" cy="846487"/>
          </a:xfrm>
          <a:prstGeom prst="rect">
            <a:avLst/>
          </a:prstGeom>
          <a:noFill/>
          <a:ln>
            <a:noFill/>
          </a:ln>
        </p:spPr>
        <p:txBody>
          <a:bodyPr spcFirstLastPara="1" wrap="square" lIns="113138" tIns="113138" rIns="113138" bIns="113138"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1pPr>
            <a:lvl2pPr marR="0" lvl="1"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2pPr>
            <a:lvl3pPr marR="0" lvl="2"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3pPr>
            <a:lvl4pPr marR="0" lvl="3"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4pPr>
            <a:lvl5pPr marR="0" lvl="4"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5pPr>
            <a:lvl6pPr marR="0" lvl="5"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6pPr>
            <a:lvl7pPr marR="0" lvl="6"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7pPr>
            <a:lvl8pPr marR="0" lvl="7"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8pPr>
            <a:lvl9pPr marR="0" lvl="8"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9pPr>
          </a:lstStyle>
          <a:p>
            <a:pPr algn="l"/>
            <a:r>
              <a:rPr lang="en-MY" sz="3600" dirty="0"/>
              <a:t>Problem Statement</a:t>
            </a:r>
          </a:p>
        </p:txBody>
      </p:sp>
      <p:sp>
        <p:nvSpPr>
          <p:cNvPr id="22" name="Google Shape;181;p24">
            <a:extLst>
              <a:ext uri="{FF2B5EF4-FFF2-40B4-BE49-F238E27FC236}">
                <a16:creationId xmlns:a16="http://schemas.microsoft.com/office/drawing/2014/main" id="{C8DD23EF-231C-E088-6B7B-1649DE3DCF24}"/>
              </a:ext>
            </a:extLst>
          </p:cNvPr>
          <p:cNvSpPr txBox="1">
            <a:spLocks/>
          </p:cNvSpPr>
          <p:nvPr/>
        </p:nvSpPr>
        <p:spPr>
          <a:xfrm>
            <a:off x="439187" y="12340498"/>
            <a:ext cx="7442310" cy="846487"/>
          </a:xfrm>
          <a:prstGeom prst="rect">
            <a:avLst/>
          </a:prstGeom>
          <a:noFill/>
          <a:ln>
            <a:noFill/>
          </a:ln>
        </p:spPr>
        <p:txBody>
          <a:bodyPr spcFirstLastPara="1" wrap="square" lIns="113138" tIns="113138" rIns="113138" bIns="113138"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1pPr>
            <a:lvl2pPr marR="0" lvl="1"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2pPr>
            <a:lvl3pPr marR="0" lvl="2"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3pPr>
            <a:lvl4pPr marR="0" lvl="3"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4pPr>
            <a:lvl5pPr marR="0" lvl="4"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5pPr>
            <a:lvl6pPr marR="0" lvl="5"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6pPr>
            <a:lvl7pPr marR="0" lvl="6"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7pPr>
            <a:lvl8pPr marR="0" lvl="7"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8pPr>
            <a:lvl9pPr marR="0" lvl="8"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9pPr>
          </a:lstStyle>
          <a:p>
            <a:pPr algn="l"/>
            <a:r>
              <a:rPr lang="en-MY" sz="3600" dirty="0"/>
              <a:t>Literature Review</a:t>
            </a:r>
          </a:p>
        </p:txBody>
      </p:sp>
      <p:sp>
        <p:nvSpPr>
          <p:cNvPr id="23" name="Google Shape;176;p24">
            <a:extLst>
              <a:ext uri="{FF2B5EF4-FFF2-40B4-BE49-F238E27FC236}">
                <a16:creationId xmlns:a16="http://schemas.microsoft.com/office/drawing/2014/main" id="{2F9C96BE-1A5E-A36E-0266-D1979BD823A1}"/>
              </a:ext>
            </a:extLst>
          </p:cNvPr>
          <p:cNvSpPr txBox="1"/>
          <p:nvPr/>
        </p:nvSpPr>
        <p:spPr>
          <a:xfrm>
            <a:off x="388387" y="8694948"/>
            <a:ext cx="7440380" cy="1135240"/>
          </a:xfrm>
          <a:prstGeom prst="rect">
            <a:avLst/>
          </a:prstGeom>
          <a:noFill/>
          <a:ln>
            <a:noFill/>
          </a:ln>
        </p:spPr>
        <p:txBody>
          <a:bodyPr spcFirstLastPara="1" wrap="square" lIns="113138" tIns="113138" rIns="113138" bIns="113138" anchor="t" anchorCtr="0">
            <a:noAutofit/>
          </a:bodyPr>
          <a:lstStyle/>
          <a:p>
            <a:pPr marL="457200" indent="-457200">
              <a:buFont typeface="Wingdings" panose="05000000000000000000" pitchFamily="2" charset="2"/>
              <a:buChar char="§"/>
            </a:pPr>
            <a:r>
              <a:rPr lang="en-MY" sz="2000" dirty="0">
                <a:solidFill>
                  <a:schemeClr val="dk1"/>
                </a:solidFill>
                <a:latin typeface="Oxygen"/>
                <a:ea typeface="Oxygen"/>
                <a:cs typeface="Oxygen"/>
                <a:sym typeface="Oxygen"/>
              </a:rPr>
              <a:t>Completeness and consistency of the dataset are crucial.</a:t>
            </a:r>
          </a:p>
          <a:p>
            <a:pPr marL="457200" indent="-457200">
              <a:buFont typeface="Wingdings" panose="05000000000000000000" pitchFamily="2" charset="2"/>
              <a:buChar char="§"/>
            </a:pPr>
            <a:r>
              <a:rPr lang="en-US" sz="2000" dirty="0"/>
              <a:t>Accurate representation of </a:t>
            </a:r>
            <a:r>
              <a:rPr lang="en-US" sz="2000" b="1" dirty="0"/>
              <a:t>diverse land cover types</a:t>
            </a:r>
            <a:r>
              <a:rPr lang="en-US" sz="2000" dirty="0"/>
              <a:t> is essential.</a:t>
            </a:r>
            <a:endParaRPr sz="2000" dirty="0">
              <a:solidFill>
                <a:schemeClr val="dk1"/>
              </a:solidFill>
              <a:latin typeface="Oxygen"/>
              <a:ea typeface="Oxygen"/>
              <a:cs typeface="Oxygen"/>
              <a:sym typeface="Oxygen"/>
            </a:endParaRPr>
          </a:p>
        </p:txBody>
      </p:sp>
      <p:sp>
        <p:nvSpPr>
          <p:cNvPr id="24" name="Google Shape;181;p24">
            <a:extLst>
              <a:ext uri="{FF2B5EF4-FFF2-40B4-BE49-F238E27FC236}">
                <a16:creationId xmlns:a16="http://schemas.microsoft.com/office/drawing/2014/main" id="{E94D4CBC-EE65-B338-C834-E76FAAF638D7}"/>
              </a:ext>
            </a:extLst>
          </p:cNvPr>
          <p:cNvSpPr txBox="1">
            <a:spLocks/>
          </p:cNvSpPr>
          <p:nvPr/>
        </p:nvSpPr>
        <p:spPr>
          <a:xfrm>
            <a:off x="410235" y="9997553"/>
            <a:ext cx="7442310" cy="846487"/>
          </a:xfrm>
          <a:prstGeom prst="rect">
            <a:avLst/>
          </a:prstGeom>
          <a:noFill/>
          <a:ln>
            <a:noFill/>
          </a:ln>
        </p:spPr>
        <p:txBody>
          <a:bodyPr spcFirstLastPara="1" wrap="square" lIns="113138" tIns="113138" rIns="113138" bIns="113138"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1pPr>
            <a:lvl2pPr marR="0" lvl="1"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2pPr>
            <a:lvl3pPr marR="0" lvl="2"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3pPr>
            <a:lvl4pPr marR="0" lvl="3"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4pPr>
            <a:lvl5pPr marR="0" lvl="4"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5pPr>
            <a:lvl6pPr marR="0" lvl="5"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6pPr>
            <a:lvl7pPr marR="0" lvl="6"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7pPr>
            <a:lvl8pPr marR="0" lvl="7"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8pPr>
            <a:lvl9pPr marR="0" lvl="8"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9pPr>
          </a:lstStyle>
          <a:p>
            <a:pPr algn="l"/>
            <a:r>
              <a:rPr lang="en-MY" sz="3600" dirty="0"/>
              <a:t>Objective</a:t>
            </a:r>
          </a:p>
        </p:txBody>
      </p:sp>
      <p:sp>
        <p:nvSpPr>
          <p:cNvPr id="25" name="Google Shape;176;p24">
            <a:extLst>
              <a:ext uri="{FF2B5EF4-FFF2-40B4-BE49-F238E27FC236}">
                <a16:creationId xmlns:a16="http://schemas.microsoft.com/office/drawing/2014/main" id="{D15BF697-B4D4-AFEE-C1F4-A3E324EF158A}"/>
              </a:ext>
            </a:extLst>
          </p:cNvPr>
          <p:cNvSpPr txBox="1"/>
          <p:nvPr/>
        </p:nvSpPr>
        <p:spPr>
          <a:xfrm>
            <a:off x="388387" y="10760534"/>
            <a:ext cx="7440380" cy="1135240"/>
          </a:xfrm>
          <a:prstGeom prst="rect">
            <a:avLst/>
          </a:prstGeom>
          <a:noFill/>
          <a:ln>
            <a:noFill/>
          </a:ln>
        </p:spPr>
        <p:txBody>
          <a:bodyPr spcFirstLastPara="1" wrap="square" lIns="113138" tIns="113138" rIns="113138" bIns="113138" anchor="t" anchorCtr="0">
            <a:noAutofit/>
          </a:bodyPr>
          <a:lstStyle/>
          <a:p>
            <a:pPr marL="457200" indent="-457200">
              <a:buFont typeface="Wingdings" panose="05000000000000000000" pitchFamily="2" charset="2"/>
              <a:buChar char="§"/>
            </a:pPr>
            <a:r>
              <a:rPr lang="en-US" sz="2000" dirty="0"/>
              <a:t>To perform data analysis and enhance </a:t>
            </a:r>
            <a:r>
              <a:rPr lang="en-US" sz="2000" dirty="0" err="1"/>
              <a:t>DeepEarthMY</a:t>
            </a:r>
            <a:r>
              <a:rPr lang="en-US" sz="2000" dirty="0"/>
              <a:t> with additional annotated images.</a:t>
            </a:r>
          </a:p>
          <a:p>
            <a:pPr marL="457200" indent="-457200">
              <a:buFont typeface="Wingdings" panose="05000000000000000000" pitchFamily="2" charset="2"/>
              <a:buChar char="§"/>
            </a:pPr>
            <a:r>
              <a:rPr lang="en-US" sz="2000" dirty="0"/>
              <a:t>To develop a land-cover classification model</a:t>
            </a:r>
            <a:endParaRPr sz="2000" dirty="0">
              <a:solidFill>
                <a:schemeClr val="dk1"/>
              </a:solidFill>
              <a:latin typeface="Oxygen"/>
              <a:ea typeface="Oxygen"/>
              <a:cs typeface="Oxygen"/>
              <a:sym typeface="Oxygen"/>
            </a:endParaRPr>
          </a:p>
        </p:txBody>
      </p:sp>
      <p:sp>
        <p:nvSpPr>
          <p:cNvPr id="26" name="Google Shape;176;p24">
            <a:extLst>
              <a:ext uri="{FF2B5EF4-FFF2-40B4-BE49-F238E27FC236}">
                <a16:creationId xmlns:a16="http://schemas.microsoft.com/office/drawing/2014/main" id="{CF843D3F-C056-92E1-8DBE-A5D1080DB4BF}"/>
              </a:ext>
            </a:extLst>
          </p:cNvPr>
          <p:cNvSpPr txBox="1"/>
          <p:nvPr/>
        </p:nvSpPr>
        <p:spPr>
          <a:xfrm>
            <a:off x="398907" y="13378322"/>
            <a:ext cx="7440380" cy="7195678"/>
          </a:xfrm>
          <a:prstGeom prst="rect">
            <a:avLst/>
          </a:prstGeom>
          <a:noFill/>
          <a:ln>
            <a:noFill/>
          </a:ln>
        </p:spPr>
        <p:txBody>
          <a:bodyPr spcFirstLastPara="1" wrap="square" lIns="113138" tIns="113138" rIns="113138" bIns="113138" anchor="t" anchorCtr="0">
            <a:noAutofit/>
          </a:bodyPr>
          <a:lstStyle/>
          <a:p>
            <a:r>
              <a:rPr lang="en-US" sz="2400" b="1" dirty="0"/>
              <a:t>Models</a:t>
            </a:r>
          </a:p>
          <a:p>
            <a:pPr marL="457200" indent="-457200">
              <a:buFont typeface="Wingdings" panose="05000000000000000000" pitchFamily="2" charset="2"/>
              <a:buChar char="§"/>
            </a:pPr>
            <a:r>
              <a:rPr lang="en-US" sz="2000" b="1" dirty="0"/>
              <a:t>CNNs</a:t>
            </a:r>
            <a:r>
              <a:rPr lang="en-US" sz="2000" dirty="0"/>
              <a:t>: Strong performance, but high computational cost (e.g., </a:t>
            </a:r>
            <a:r>
              <a:rPr lang="en-US" sz="2000" dirty="0" err="1"/>
              <a:t>AlexNet</a:t>
            </a:r>
            <a:r>
              <a:rPr lang="en-US" sz="2000" dirty="0"/>
              <a:t>, </a:t>
            </a:r>
            <a:r>
              <a:rPr lang="en-US" sz="2000" dirty="0" err="1"/>
              <a:t>ResNet</a:t>
            </a:r>
            <a:r>
              <a:rPr lang="en-US" sz="2000" dirty="0"/>
              <a:t>).</a:t>
            </a:r>
          </a:p>
          <a:p>
            <a:pPr marL="457200" indent="-457200">
              <a:buFont typeface="Wingdings" panose="05000000000000000000" pitchFamily="2" charset="2"/>
              <a:buChar char="§"/>
            </a:pPr>
            <a:r>
              <a:rPr lang="en-US" sz="2000" b="1" dirty="0"/>
              <a:t>Transformers</a:t>
            </a:r>
            <a:r>
              <a:rPr lang="en-US" sz="2000" dirty="0"/>
              <a:t>: Better accuracy and long-range understanding, but resource-intensive (e.g., </a:t>
            </a:r>
            <a:r>
              <a:rPr lang="en-US" sz="2000" dirty="0" err="1"/>
              <a:t>ViT</a:t>
            </a:r>
            <a:r>
              <a:rPr lang="en-US" sz="2000" dirty="0"/>
              <a:t>, </a:t>
            </a:r>
            <a:r>
              <a:rPr lang="en-US" sz="2000" dirty="0" err="1"/>
              <a:t>MaxViT</a:t>
            </a:r>
            <a:r>
              <a:rPr lang="en-US" sz="2000" dirty="0"/>
              <a:t>).</a:t>
            </a:r>
          </a:p>
          <a:p>
            <a:pPr marL="457200" indent="-457200">
              <a:buFont typeface="Wingdings" panose="05000000000000000000" pitchFamily="2" charset="2"/>
              <a:buChar char="§"/>
            </a:pPr>
            <a:r>
              <a:rPr lang="en-US" sz="2000" b="1" dirty="0"/>
              <a:t>Hybrid Models</a:t>
            </a:r>
            <a:r>
              <a:rPr lang="en-US" sz="2000" dirty="0"/>
              <a:t>: uses SSM to efficiently model long sequences  (e.g., </a:t>
            </a:r>
            <a:r>
              <a:rPr lang="en-US" sz="2000" dirty="0" err="1"/>
              <a:t>Vmamba</a:t>
            </a:r>
            <a:r>
              <a:rPr lang="en-US" sz="2000" dirty="0"/>
              <a:t>, </a:t>
            </a:r>
            <a:r>
              <a:rPr lang="en-US" sz="2000" dirty="0" err="1"/>
              <a:t>MambaVision</a:t>
            </a:r>
            <a:r>
              <a:rPr lang="en-US" sz="2000" dirty="0"/>
              <a:t>).</a:t>
            </a:r>
            <a:r>
              <a:rPr lang="en-MY" sz="2000" dirty="0">
                <a:solidFill>
                  <a:schemeClr val="dk1"/>
                </a:solidFill>
                <a:latin typeface="Oxygen"/>
                <a:ea typeface="Oxygen"/>
                <a:cs typeface="Oxygen"/>
                <a:sym typeface="Oxygen"/>
              </a:rPr>
              <a:t> </a:t>
            </a:r>
          </a:p>
          <a:p>
            <a:endParaRPr lang="en-MY" sz="2000" dirty="0">
              <a:solidFill>
                <a:schemeClr val="dk1"/>
              </a:solidFill>
              <a:latin typeface="Oxygen"/>
              <a:ea typeface="Oxygen"/>
              <a:cs typeface="Oxygen"/>
              <a:sym typeface="Oxygen"/>
            </a:endParaRPr>
          </a:p>
          <a:p>
            <a:endParaRPr lang="en-MY" sz="2000" dirty="0">
              <a:solidFill>
                <a:schemeClr val="dk1"/>
              </a:solidFill>
              <a:latin typeface="Oxygen"/>
              <a:ea typeface="Oxygen"/>
              <a:cs typeface="Oxygen"/>
              <a:sym typeface="Oxygen"/>
            </a:endParaRPr>
          </a:p>
          <a:p>
            <a:r>
              <a:rPr lang="en-MY" sz="2400" b="1" dirty="0">
                <a:solidFill>
                  <a:schemeClr val="dk1"/>
                </a:solidFill>
                <a:latin typeface="+mj-lt"/>
                <a:ea typeface="Oxygen"/>
                <a:cs typeface="Oxygen"/>
                <a:sym typeface="Oxygen"/>
              </a:rPr>
              <a:t>Datasets</a:t>
            </a:r>
          </a:p>
          <a:p>
            <a:pPr marL="342900" indent="-342900">
              <a:buFont typeface="Wingdings" panose="05000000000000000000" pitchFamily="2" charset="2"/>
              <a:buChar char="§"/>
            </a:pPr>
            <a:r>
              <a:rPr lang="en-US" sz="2000" b="1" dirty="0"/>
              <a:t>SAT-6</a:t>
            </a:r>
            <a:r>
              <a:rPr lang="en-US" sz="2000" dirty="0"/>
              <a:t>: U.S., 6 classes, 1m resolution, 405,000 small images (28x28) (Basu et al, 2018)</a:t>
            </a:r>
          </a:p>
          <a:p>
            <a:pPr marL="342900" indent="-342900">
              <a:buFont typeface="Wingdings" panose="05000000000000000000" pitchFamily="2" charset="2"/>
              <a:buChar char="§"/>
            </a:pPr>
            <a:r>
              <a:rPr lang="en-MY" sz="2000" b="1" dirty="0" err="1"/>
              <a:t>MLRSNet</a:t>
            </a:r>
            <a:r>
              <a:rPr lang="en-MY" sz="2000" dirty="0"/>
              <a:t>: Global, 60 classes, mixed resolution, 109,161 images (Qi et al, 2020)</a:t>
            </a:r>
          </a:p>
          <a:p>
            <a:pPr marL="342900" indent="-342900">
              <a:buFont typeface="Wingdings" panose="05000000000000000000" pitchFamily="2" charset="2"/>
              <a:buChar char="§"/>
            </a:pPr>
            <a:r>
              <a:rPr lang="fr-FR" sz="2000" b="1" dirty="0" err="1"/>
              <a:t>EuroSat</a:t>
            </a:r>
            <a:r>
              <a:rPr lang="fr-FR" sz="2000" dirty="0"/>
              <a:t>: Europe, 10 classes, 10m </a:t>
            </a:r>
            <a:r>
              <a:rPr lang="fr-FR" sz="2000" dirty="0" err="1"/>
              <a:t>resolution</a:t>
            </a:r>
            <a:r>
              <a:rPr lang="fr-FR" sz="2000" dirty="0"/>
              <a:t>, 2,700 images (</a:t>
            </a:r>
            <a:r>
              <a:rPr lang="fr-FR" sz="2000" dirty="0" err="1"/>
              <a:t>Helber</a:t>
            </a:r>
            <a:r>
              <a:rPr lang="fr-FR" sz="2000" dirty="0"/>
              <a:t> et al, 2019)</a:t>
            </a:r>
          </a:p>
          <a:p>
            <a:pPr marL="342900" indent="-342900">
              <a:buFont typeface="Wingdings" panose="05000000000000000000" pitchFamily="2" charset="2"/>
              <a:buChar char="§"/>
            </a:pPr>
            <a:r>
              <a:rPr lang="en-US" sz="2000" b="1" dirty="0"/>
              <a:t>LoveDA</a:t>
            </a:r>
            <a:r>
              <a:rPr lang="en-US" sz="2000" dirty="0"/>
              <a:t>: China, 7 classes, high-res (0.3m), 5,987 images (Wang et al, 2021)</a:t>
            </a:r>
          </a:p>
          <a:p>
            <a:pPr marL="342900" indent="-342900">
              <a:buFont typeface="Wingdings" panose="05000000000000000000" pitchFamily="2" charset="2"/>
              <a:buChar char="§"/>
            </a:pPr>
            <a:r>
              <a:rPr lang="en-MY" sz="2000" b="1" dirty="0" err="1">
                <a:solidFill>
                  <a:srgbClr val="FF0000"/>
                </a:solidFill>
              </a:rPr>
              <a:t>DeepEarthMY</a:t>
            </a:r>
            <a:r>
              <a:rPr lang="en-MY" sz="2000" b="1" dirty="0">
                <a:solidFill>
                  <a:srgbClr val="FF0000"/>
                </a:solidFill>
              </a:rPr>
              <a:t> (ours)</a:t>
            </a:r>
            <a:r>
              <a:rPr lang="en-MY" sz="2000" dirty="0">
                <a:solidFill>
                  <a:srgbClr val="FF0000"/>
                </a:solidFill>
              </a:rPr>
              <a:t>: Malaysia, 7 classes, 0.3m resolution, 4,007 images </a:t>
            </a:r>
            <a:r>
              <a:rPr lang="en-MY" sz="2000">
                <a:solidFill>
                  <a:srgbClr val="FF0000"/>
                </a:solidFill>
              </a:rPr>
              <a:t>(Shaaban et al, 2016)</a:t>
            </a:r>
            <a:endParaRPr lang="en-US" sz="2000" dirty="0">
              <a:solidFill>
                <a:srgbClr val="FF0000"/>
              </a:solidFill>
            </a:endParaRPr>
          </a:p>
        </p:txBody>
      </p:sp>
      <p:sp>
        <p:nvSpPr>
          <p:cNvPr id="42" name="Arrow: Down 41">
            <a:extLst>
              <a:ext uri="{FF2B5EF4-FFF2-40B4-BE49-F238E27FC236}">
                <a16:creationId xmlns:a16="http://schemas.microsoft.com/office/drawing/2014/main" id="{264C22A8-8DD0-5B2C-435A-72962FAA40AA}"/>
              </a:ext>
            </a:extLst>
          </p:cNvPr>
          <p:cNvSpPr/>
          <p:nvPr/>
        </p:nvSpPr>
        <p:spPr>
          <a:xfrm rot="16200000">
            <a:off x="15065798" y="5910644"/>
            <a:ext cx="216914" cy="71471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Google Shape;176;p24">
            <a:extLst>
              <a:ext uri="{FF2B5EF4-FFF2-40B4-BE49-F238E27FC236}">
                <a16:creationId xmlns:a16="http://schemas.microsoft.com/office/drawing/2014/main" id="{F822A3E3-1330-B5E8-A45C-76268CD40274}"/>
              </a:ext>
            </a:extLst>
          </p:cNvPr>
          <p:cNvSpPr txBox="1"/>
          <p:nvPr/>
        </p:nvSpPr>
        <p:spPr>
          <a:xfrm>
            <a:off x="14321025" y="17023200"/>
            <a:ext cx="3423051" cy="2786864"/>
          </a:xfrm>
          <a:prstGeom prst="rect">
            <a:avLst/>
          </a:prstGeom>
          <a:noFill/>
          <a:ln>
            <a:noFill/>
          </a:ln>
        </p:spPr>
        <p:txBody>
          <a:bodyPr spcFirstLastPara="1" wrap="square" lIns="113138" tIns="113138" rIns="113138" bIns="113138" anchor="t" anchorCtr="0">
            <a:noAutofit/>
          </a:bodyPr>
          <a:lstStyle/>
          <a:p>
            <a:r>
              <a:rPr lang="en-US" sz="2400" b="1" dirty="0"/>
              <a:t>Evaluation Metrics </a:t>
            </a:r>
          </a:p>
          <a:p>
            <a:endParaRPr lang="en-US" sz="2000" b="1" dirty="0"/>
          </a:p>
          <a:p>
            <a:pPr marL="342900" indent="-342900">
              <a:buFontTx/>
              <a:buChar char="-"/>
            </a:pPr>
            <a:r>
              <a:rPr lang="en-MY" sz="2400" dirty="0">
                <a:solidFill>
                  <a:schemeClr val="dk1"/>
                </a:solidFill>
                <a:latin typeface="+mj-lt"/>
                <a:ea typeface="Oxygen"/>
                <a:cs typeface="Oxygen"/>
                <a:sym typeface="Oxygen"/>
              </a:rPr>
              <a:t>Accuracy</a:t>
            </a:r>
          </a:p>
          <a:p>
            <a:pPr marL="342900" indent="-342900">
              <a:buFontTx/>
              <a:buChar char="-"/>
            </a:pPr>
            <a:r>
              <a:rPr lang="en-MY" sz="2400" dirty="0">
                <a:solidFill>
                  <a:schemeClr val="dk1"/>
                </a:solidFill>
                <a:latin typeface="+mj-lt"/>
                <a:ea typeface="Oxygen"/>
                <a:cs typeface="Oxygen"/>
                <a:sym typeface="Oxygen"/>
              </a:rPr>
              <a:t>Loss</a:t>
            </a:r>
          </a:p>
          <a:p>
            <a:pPr marL="342900" indent="-342900">
              <a:buFontTx/>
              <a:buChar char="-"/>
            </a:pPr>
            <a:r>
              <a:rPr lang="en-MY" sz="2400" dirty="0">
                <a:solidFill>
                  <a:schemeClr val="dk1"/>
                </a:solidFill>
                <a:latin typeface="+mj-lt"/>
                <a:ea typeface="Oxygen"/>
                <a:cs typeface="Oxygen"/>
                <a:sym typeface="Oxygen"/>
              </a:rPr>
              <a:t>Precision</a:t>
            </a:r>
          </a:p>
          <a:p>
            <a:pPr marL="342900" indent="-342900">
              <a:buFontTx/>
              <a:buChar char="-"/>
            </a:pPr>
            <a:r>
              <a:rPr lang="en-MY" sz="2400" dirty="0">
                <a:solidFill>
                  <a:schemeClr val="dk1"/>
                </a:solidFill>
                <a:latin typeface="+mj-lt"/>
                <a:ea typeface="Oxygen"/>
                <a:cs typeface="Oxygen"/>
                <a:sym typeface="Oxygen"/>
              </a:rPr>
              <a:t>F1-Score</a:t>
            </a:r>
          </a:p>
          <a:p>
            <a:pPr marL="342900" indent="-342900">
              <a:buFontTx/>
              <a:buChar char="-"/>
            </a:pPr>
            <a:r>
              <a:rPr lang="en-MY" sz="2400" dirty="0">
                <a:solidFill>
                  <a:schemeClr val="dk1"/>
                </a:solidFill>
                <a:latin typeface="+mj-lt"/>
                <a:ea typeface="Oxygen"/>
                <a:cs typeface="Oxygen"/>
                <a:sym typeface="Oxygen"/>
              </a:rPr>
              <a:t>Recall</a:t>
            </a:r>
            <a:endParaRPr sz="2400" dirty="0">
              <a:solidFill>
                <a:schemeClr val="dk1"/>
              </a:solidFill>
              <a:latin typeface="+mj-lt"/>
              <a:ea typeface="Oxygen"/>
              <a:cs typeface="Oxygen"/>
              <a:sym typeface="Oxygen"/>
            </a:endParaRPr>
          </a:p>
        </p:txBody>
      </p:sp>
      <p:sp>
        <p:nvSpPr>
          <p:cNvPr id="132" name="Google Shape;176;p24">
            <a:extLst>
              <a:ext uri="{FF2B5EF4-FFF2-40B4-BE49-F238E27FC236}">
                <a16:creationId xmlns:a16="http://schemas.microsoft.com/office/drawing/2014/main" id="{96ADD42D-9509-9B6F-F7F5-DCB804617B80}"/>
              </a:ext>
            </a:extLst>
          </p:cNvPr>
          <p:cNvSpPr txBox="1"/>
          <p:nvPr/>
        </p:nvSpPr>
        <p:spPr>
          <a:xfrm>
            <a:off x="19002442" y="7678001"/>
            <a:ext cx="10858983" cy="3345367"/>
          </a:xfrm>
          <a:prstGeom prst="rect">
            <a:avLst/>
          </a:prstGeom>
          <a:noFill/>
          <a:ln>
            <a:noFill/>
          </a:ln>
        </p:spPr>
        <p:txBody>
          <a:bodyPr spcFirstLastPara="1" wrap="square" lIns="113138" tIns="113138" rIns="113138" bIns="113138" anchor="t" anchorCtr="0">
            <a:noAutofit/>
          </a:bodyPr>
          <a:lstStyle/>
          <a:p>
            <a:pPr marL="457200" indent="-457200">
              <a:buFont typeface="Wingdings" panose="05000000000000000000" pitchFamily="2" charset="2"/>
              <a:buChar char="§"/>
            </a:pPr>
            <a:r>
              <a:rPr lang="en-US" sz="2000" b="1" dirty="0"/>
              <a:t>VMambaV2-Small</a:t>
            </a:r>
            <a:r>
              <a:rPr lang="en-US" sz="2000" dirty="0"/>
              <a:t>: Balanced performance with </a:t>
            </a:r>
            <a:r>
              <a:rPr lang="en-US" sz="2000" b="1" dirty="0"/>
              <a:t>low loss</a:t>
            </a:r>
            <a:r>
              <a:rPr lang="en-US" sz="2000" dirty="0"/>
              <a:t>, </a:t>
            </a:r>
            <a:r>
              <a:rPr lang="en-US" sz="2000" b="1" dirty="0"/>
              <a:t>good F1-score (0.8270)</a:t>
            </a:r>
            <a:r>
              <a:rPr lang="en-US" sz="2000" dirty="0"/>
              <a:t>, and </a:t>
            </a:r>
            <a:r>
              <a:rPr lang="en-US" sz="2000" b="1" dirty="0"/>
              <a:t>high efficiency</a:t>
            </a:r>
            <a:r>
              <a:rPr lang="en-US" sz="2000" dirty="0"/>
              <a:t>—suitable for resource-constrained environments.</a:t>
            </a:r>
          </a:p>
          <a:p>
            <a:pPr marL="457200" indent="-457200">
              <a:buFont typeface="Wingdings" panose="05000000000000000000" pitchFamily="2" charset="2"/>
              <a:buChar char="§"/>
            </a:pPr>
            <a:r>
              <a:rPr lang="en-US" sz="2000" b="1" dirty="0"/>
              <a:t>ResNet50</a:t>
            </a:r>
            <a:r>
              <a:rPr lang="en-US" sz="2000" dirty="0"/>
              <a:t>: High recall (</a:t>
            </a:r>
            <a:r>
              <a:rPr lang="en-US" sz="2000" b="1" dirty="0"/>
              <a:t>0.9806</a:t>
            </a:r>
            <a:r>
              <a:rPr lang="en-US" sz="2000" dirty="0"/>
              <a:t>) but suffers from </a:t>
            </a:r>
            <a:r>
              <a:rPr lang="en-US" sz="2000" b="1" dirty="0"/>
              <a:t>very high loss</a:t>
            </a:r>
            <a:r>
              <a:rPr lang="en-US" sz="2000" dirty="0"/>
              <a:t>, indicating </a:t>
            </a:r>
            <a:r>
              <a:rPr lang="en-US" sz="2000" b="1" dirty="0"/>
              <a:t>unstable predictions</a:t>
            </a:r>
            <a:r>
              <a:rPr lang="en-US" sz="2000" dirty="0"/>
              <a:t>.</a:t>
            </a:r>
          </a:p>
          <a:p>
            <a:pPr marL="457200" indent="-457200">
              <a:buFont typeface="Wingdings" panose="05000000000000000000" pitchFamily="2" charset="2"/>
              <a:buChar char="§"/>
            </a:pPr>
            <a:r>
              <a:rPr lang="en-US" sz="2000" b="1" dirty="0"/>
              <a:t>EfficientNetV2-B2</a:t>
            </a:r>
            <a:r>
              <a:rPr lang="en-US" sz="2000" dirty="0"/>
              <a:t>: </a:t>
            </a:r>
            <a:r>
              <a:rPr lang="en-US" sz="2000" b="1" dirty="0"/>
              <a:t>Best overall</a:t>
            </a:r>
            <a:r>
              <a:rPr lang="en-US" sz="2000" dirty="0"/>
              <a:t> with </a:t>
            </a:r>
            <a:r>
              <a:rPr lang="en-US" sz="2000" b="1" dirty="0"/>
              <a:t>91.00% accuracy</a:t>
            </a:r>
            <a:r>
              <a:rPr lang="en-US" sz="2000" dirty="0"/>
              <a:t> and </a:t>
            </a:r>
            <a:r>
              <a:rPr lang="en-US" sz="2000" b="1" dirty="0"/>
              <a:t>0.9045 F1-score</a:t>
            </a:r>
            <a:r>
              <a:rPr lang="en-US" sz="2000" dirty="0"/>
              <a:t>, though slightly higher loss suggests room for calibration.</a:t>
            </a:r>
          </a:p>
          <a:p>
            <a:pPr marL="457200" indent="-457200">
              <a:buFont typeface="Wingdings" panose="05000000000000000000" pitchFamily="2" charset="2"/>
              <a:buChar char="§"/>
            </a:pPr>
            <a:r>
              <a:rPr lang="en-US" sz="2000" b="1" dirty="0" err="1"/>
              <a:t>AlexNet</a:t>
            </a:r>
            <a:r>
              <a:rPr lang="en-US" sz="2000" dirty="0"/>
              <a:t>: </a:t>
            </a:r>
            <a:r>
              <a:rPr lang="en-US" sz="2000" b="1" dirty="0"/>
              <a:t>lowest accuracy</a:t>
            </a:r>
            <a:r>
              <a:rPr lang="en-US" sz="2000" dirty="0"/>
              <a:t> and </a:t>
            </a:r>
            <a:r>
              <a:rPr lang="en-US" sz="2000" b="1" dirty="0"/>
              <a:t>F1</a:t>
            </a:r>
            <a:r>
              <a:rPr lang="en-US" sz="2000" dirty="0"/>
              <a:t>, despite </a:t>
            </a:r>
            <a:r>
              <a:rPr lang="en-US" sz="2000" b="1" dirty="0"/>
              <a:t>decent recall</a:t>
            </a:r>
            <a:r>
              <a:rPr lang="en-US" sz="2000" dirty="0"/>
              <a:t>.</a:t>
            </a:r>
          </a:p>
          <a:p>
            <a:pPr marL="457200" indent="-457200">
              <a:buFont typeface="Wingdings" panose="05000000000000000000" pitchFamily="2" charset="2"/>
              <a:buChar char="§"/>
            </a:pPr>
            <a:r>
              <a:rPr lang="en-US" sz="2000" b="1" dirty="0" err="1"/>
              <a:t>ViT</a:t>
            </a:r>
            <a:r>
              <a:rPr lang="en-US" sz="2000" dirty="0"/>
              <a:t>: Underperforms due to </a:t>
            </a:r>
            <a:r>
              <a:rPr lang="en-US" sz="2000" b="1" dirty="0"/>
              <a:t>low precision</a:t>
            </a:r>
            <a:r>
              <a:rPr lang="en-US" sz="2000" dirty="0"/>
              <a:t>, despite </a:t>
            </a:r>
            <a:r>
              <a:rPr lang="en-US" sz="2000" b="1" dirty="0"/>
              <a:t>low loss</a:t>
            </a:r>
            <a:r>
              <a:rPr lang="en-US" sz="2000" dirty="0"/>
              <a:t>.</a:t>
            </a:r>
          </a:p>
        </p:txBody>
      </p:sp>
      <p:pic>
        <p:nvPicPr>
          <p:cNvPr id="138" name="Picture 137">
            <a:extLst>
              <a:ext uri="{FF2B5EF4-FFF2-40B4-BE49-F238E27FC236}">
                <a16:creationId xmlns:a16="http://schemas.microsoft.com/office/drawing/2014/main" id="{CBFA7A85-1965-6653-8873-1519725C45F2}"/>
              </a:ext>
            </a:extLst>
          </p:cNvPr>
          <p:cNvPicPr>
            <a:picLocks noChangeAspect="1"/>
          </p:cNvPicPr>
          <p:nvPr/>
        </p:nvPicPr>
        <p:blipFill>
          <a:blip r:embed="rId4"/>
          <a:stretch>
            <a:fillRect/>
          </a:stretch>
        </p:blipFill>
        <p:spPr>
          <a:xfrm>
            <a:off x="19027841" y="4188785"/>
            <a:ext cx="10664759" cy="3345367"/>
          </a:xfrm>
          <a:prstGeom prst="rect">
            <a:avLst/>
          </a:prstGeom>
        </p:spPr>
      </p:pic>
      <p:sp>
        <p:nvSpPr>
          <p:cNvPr id="141" name="Google Shape;172;p24">
            <a:extLst>
              <a:ext uri="{FF2B5EF4-FFF2-40B4-BE49-F238E27FC236}">
                <a16:creationId xmlns:a16="http://schemas.microsoft.com/office/drawing/2014/main" id="{306B3DAF-B268-B17F-B4B6-1B922A2AB47D}"/>
              </a:ext>
            </a:extLst>
          </p:cNvPr>
          <p:cNvSpPr/>
          <p:nvPr/>
        </p:nvSpPr>
        <p:spPr>
          <a:xfrm>
            <a:off x="18862968" y="15937866"/>
            <a:ext cx="11165029" cy="5005065"/>
          </a:xfrm>
          <a:prstGeom prst="rect">
            <a:avLst/>
          </a:prstGeom>
          <a:solidFill>
            <a:schemeClr val="lt1"/>
          </a:solidFill>
          <a:ln>
            <a:noFill/>
          </a:ln>
        </p:spPr>
        <p:txBody>
          <a:bodyPr spcFirstLastPara="1" wrap="square" lIns="113138" tIns="113138" rIns="113138" bIns="113138" anchor="ctr" anchorCtr="0">
            <a:noAutofit/>
          </a:bodyPr>
          <a:lstStyle/>
          <a:p>
            <a:endParaRPr sz="2220"/>
          </a:p>
        </p:txBody>
      </p:sp>
      <p:sp>
        <p:nvSpPr>
          <p:cNvPr id="142" name="Google Shape;182;p24">
            <a:extLst>
              <a:ext uri="{FF2B5EF4-FFF2-40B4-BE49-F238E27FC236}">
                <a16:creationId xmlns:a16="http://schemas.microsoft.com/office/drawing/2014/main" id="{301EC18D-CA13-8787-B8E6-54DF0E7F2762}"/>
              </a:ext>
            </a:extLst>
          </p:cNvPr>
          <p:cNvSpPr txBox="1">
            <a:spLocks/>
          </p:cNvSpPr>
          <p:nvPr/>
        </p:nvSpPr>
        <p:spPr>
          <a:xfrm>
            <a:off x="19027841" y="15988666"/>
            <a:ext cx="9688517" cy="787969"/>
          </a:xfrm>
          <a:prstGeom prst="rect">
            <a:avLst/>
          </a:prstGeom>
          <a:noFill/>
          <a:ln>
            <a:noFill/>
          </a:ln>
        </p:spPr>
        <p:txBody>
          <a:bodyPr spcFirstLastPara="1" wrap="square" lIns="113138" tIns="113138" rIns="113138" bIns="113138"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1pPr>
            <a:lvl2pPr marR="0" lvl="1"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2pPr>
            <a:lvl3pPr marR="0" lvl="2"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3pPr>
            <a:lvl4pPr marR="0" lvl="3"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4pPr>
            <a:lvl5pPr marR="0" lvl="4"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5pPr>
            <a:lvl6pPr marR="0" lvl="5"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6pPr>
            <a:lvl7pPr marR="0" lvl="6"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7pPr>
            <a:lvl8pPr marR="0" lvl="7"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8pPr>
            <a:lvl9pPr marR="0" lvl="8" algn="l" rtl="0">
              <a:lnSpc>
                <a:spcPct val="100000"/>
              </a:lnSpc>
              <a:spcBef>
                <a:spcPts val="0"/>
              </a:spcBef>
              <a:spcAft>
                <a:spcPts val="0"/>
              </a:spcAft>
              <a:buClr>
                <a:schemeClr val="dk1"/>
              </a:buClr>
              <a:buSzPts val="7800"/>
              <a:buFont typeface="Sen"/>
              <a:buNone/>
              <a:defRPr sz="7800" b="0" i="0" u="none" strike="noStrike" cap="none">
                <a:solidFill>
                  <a:schemeClr val="dk1"/>
                </a:solidFill>
                <a:latin typeface="Sen"/>
                <a:ea typeface="Sen"/>
                <a:cs typeface="Sen"/>
                <a:sym typeface="Sen"/>
              </a:defRPr>
            </a:lvl9pPr>
          </a:lstStyle>
          <a:p>
            <a:pPr algn="l"/>
            <a:r>
              <a:rPr lang="en-MY" sz="3600" dirty="0"/>
              <a:t>CONCLUSION</a:t>
            </a:r>
          </a:p>
        </p:txBody>
      </p:sp>
      <p:sp>
        <p:nvSpPr>
          <p:cNvPr id="143" name="Google Shape;176;p24">
            <a:extLst>
              <a:ext uri="{FF2B5EF4-FFF2-40B4-BE49-F238E27FC236}">
                <a16:creationId xmlns:a16="http://schemas.microsoft.com/office/drawing/2014/main" id="{C790A083-EEE8-16D6-C747-3A889E2CCE2C}"/>
              </a:ext>
            </a:extLst>
          </p:cNvPr>
          <p:cNvSpPr txBox="1"/>
          <p:nvPr/>
        </p:nvSpPr>
        <p:spPr>
          <a:xfrm>
            <a:off x="19002346" y="16728890"/>
            <a:ext cx="10664758" cy="4302532"/>
          </a:xfrm>
          <a:prstGeom prst="rect">
            <a:avLst/>
          </a:prstGeom>
          <a:noFill/>
          <a:ln>
            <a:noFill/>
          </a:ln>
        </p:spPr>
        <p:txBody>
          <a:bodyPr spcFirstLastPara="1" wrap="square" lIns="113138" tIns="113138" rIns="113138" bIns="113138" anchor="t" anchorCtr="0">
            <a:noAutofit/>
          </a:bodyPr>
          <a:lstStyle/>
          <a:p>
            <a:r>
              <a:rPr lang="en-US" sz="2000" dirty="0"/>
              <a:t>The project achieved key milestones by enhancing the </a:t>
            </a:r>
            <a:r>
              <a:rPr lang="en-US" sz="2000" dirty="0" err="1"/>
              <a:t>DeepEarthMY</a:t>
            </a:r>
            <a:r>
              <a:rPr lang="en-US" sz="2000" dirty="0"/>
              <a:t> dataset, analyzing pixel and object distributions to gain insights into image characteristics and dataset balance, and implementing multiple models.</a:t>
            </a:r>
          </a:p>
          <a:p>
            <a:endParaRPr lang="en-US" sz="2000" dirty="0"/>
          </a:p>
          <a:p>
            <a:r>
              <a:rPr lang="en-US" sz="2000" b="1" dirty="0"/>
              <a:t>Model Performance</a:t>
            </a:r>
            <a:r>
              <a:rPr lang="en-US" sz="2000" dirty="0"/>
              <a:t>:</a:t>
            </a:r>
            <a:br>
              <a:rPr lang="en-US" sz="2000" dirty="0"/>
            </a:br>
            <a:r>
              <a:rPr lang="en-US" sz="2000" dirty="0"/>
              <a:t>- EfficientNetV2-B2 outperformed all other models in accuracy, recall, precision, and F1-score.</a:t>
            </a:r>
          </a:p>
          <a:p>
            <a:r>
              <a:rPr lang="en-US" sz="2000" b="1" dirty="0" err="1"/>
              <a:t>VMamba</a:t>
            </a:r>
            <a:r>
              <a:rPr lang="en-US" sz="2000" b="1" dirty="0"/>
              <a:t> and </a:t>
            </a:r>
            <a:r>
              <a:rPr lang="en-US" sz="2000" b="1" dirty="0" err="1"/>
              <a:t>EfficientNet</a:t>
            </a:r>
            <a:r>
              <a:rPr lang="en-US" sz="2000" b="1" dirty="0"/>
              <a:t> respective comparisons</a:t>
            </a:r>
            <a:r>
              <a:rPr lang="en-US" sz="2000" dirty="0"/>
              <a:t>:</a:t>
            </a:r>
            <a:br>
              <a:rPr lang="en-US" sz="2000" dirty="0"/>
            </a:br>
            <a:r>
              <a:rPr lang="en-US" sz="2000" dirty="0"/>
              <a:t>- Comparison highlighted each model family's strengths, with EfficientNetV2-B2 and VMambaV2-Small having best performance in their respective families.</a:t>
            </a:r>
          </a:p>
          <a:p>
            <a:r>
              <a:rPr lang="en-MY" sz="2000" dirty="0"/>
              <a:t>Dataset Version Evaluation:</a:t>
            </a:r>
            <a:br>
              <a:rPr lang="en-US" sz="2000" dirty="0"/>
            </a:br>
            <a:r>
              <a:rPr lang="en-US" sz="2000" dirty="0"/>
              <a:t>- Random splitting performed better than manual splitting, highlighting the critical role of appropriate dataset splitting strategies in ensuring reliability of model.</a:t>
            </a:r>
            <a:endParaRPr sz="2000" dirty="0">
              <a:solidFill>
                <a:schemeClr val="dk1"/>
              </a:solidFill>
              <a:latin typeface="Oxygen"/>
              <a:ea typeface="Oxygen"/>
              <a:cs typeface="Oxygen"/>
              <a:sym typeface="Oxygen"/>
            </a:endParaRPr>
          </a:p>
        </p:txBody>
      </p:sp>
      <p:pic>
        <p:nvPicPr>
          <p:cNvPr id="1026" name="Picture 2">
            <a:extLst>
              <a:ext uri="{FF2B5EF4-FFF2-40B4-BE49-F238E27FC236}">
                <a16:creationId xmlns:a16="http://schemas.microsoft.com/office/drawing/2014/main" id="{61F510E2-152A-4DE7-85D5-EC91E889F4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6387" y="8398072"/>
            <a:ext cx="9600516" cy="30990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rchitecture of EfficientNetV2 [9].">
            <a:extLst>
              <a:ext uri="{FF2B5EF4-FFF2-40B4-BE49-F238E27FC236}">
                <a16:creationId xmlns:a16="http://schemas.microsoft.com/office/drawing/2014/main" id="{A7041F5B-49F2-8A94-237C-1FAAA3A54F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5630" y="12136848"/>
            <a:ext cx="9451017" cy="328005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D924C51-16F7-98D2-33D9-A2E57992E306}"/>
              </a:ext>
            </a:extLst>
          </p:cNvPr>
          <p:cNvPicPr>
            <a:picLocks noChangeAspect="1"/>
          </p:cNvPicPr>
          <p:nvPr/>
        </p:nvPicPr>
        <p:blipFill>
          <a:blip r:embed="rId7"/>
          <a:stretch>
            <a:fillRect/>
          </a:stretch>
        </p:blipFill>
        <p:spPr>
          <a:xfrm>
            <a:off x="19067896" y="10828102"/>
            <a:ext cx="10768130" cy="2830796"/>
          </a:xfrm>
          <a:prstGeom prst="rect">
            <a:avLst/>
          </a:prstGeom>
        </p:spPr>
      </p:pic>
      <p:sp>
        <p:nvSpPr>
          <p:cNvPr id="7" name="Google Shape;176;p24">
            <a:extLst>
              <a:ext uri="{FF2B5EF4-FFF2-40B4-BE49-F238E27FC236}">
                <a16:creationId xmlns:a16="http://schemas.microsoft.com/office/drawing/2014/main" id="{481A7117-9D05-F3FE-0373-826DBE52E6A5}"/>
              </a:ext>
            </a:extLst>
          </p:cNvPr>
          <p:cNvSpPr txBox="1"/>
          <p:nvPr/>
        </p:nvSpPr>
        <p:spPr>
          <a:xfrm>
            <a:off x="19027841" y="13658898"/>
            <a:ext cx="10858983" cy="1844988"/>
          </a:xfrm>
          <a:prstGeom prst="rect">
            <a:avLst/>
          </a:prstGeom>
          <a:noFill/>
          <a:ln>
            <a:noFill/>
          </a:ln>
        </p:spPr>
        <p:txBody>
          <a:bodyPr spcFirstLastPara="1" wrap="square" lIns="113138" tIns="113138" rIns="113138" bIns="113138" anchor="t" anchorCtr="0">
            <a:noAutofit/>
          </a:bodyPr>
          <a:lstStyle/>
          <a:p>
            <a:pPr marL="342900" indent="-342900">
              <a:buFont typeface="Arial" panose="020B0604020202020204" pitchFamily="34" charset="0"/>
              <a:buChar char="•"/>
            </a:pPr>
            <a:r>
              <a:rPr lang="en-US" sz="2400" b="1" dirty="0"/>
              <a:t>Random splits</a:t>
            </a:r>
            <a:r>
              <a:rPr lang="en-US" sz="2400" dirty="0"/>
              <a:t> in V1 and V2 achieved </a:t>
            </a:r>
            <a:r>
              <a:rPr lang="en-US" sz="2400" b="1" dirty="0"/>
              <a:t>better performance</a:t>
            </a:r>
            <a:r>
              <a:rPr lang="en-US" sz="2400" dirty="0"/>
              <a:t>, with V2 random excelling in </a:t>
            </a:r>
            <a:r>
              <a:rPr lang="en-US" sz="2400" b="1" dirty="0"/>
              <a:t>precision and F1</a:t>
            </a:r>
            <a:r>
              <a:rPr lang="en-US" sz="2400" dirty="0"/>
              <a:t>, and V1 random in </a:t>
            </a:r>
            <a:r>
              <a:rPr lang="en-US" sz="2400" b="1" dirty="0"/>
              <a:t>loss stability</a:t>
            </a:r>
            <a:r>
              <a:rPr lang="en-US" sz="2400" dirty="0"/>
              <a:t>.</a:t>
            </a:r>
          </a:p>
          <a:p>
            <a:endParaRPr lang="en-US" sz="2400" dirty="0"/>
          </a:p>
          <a:p>
            <a:pPr marL="342900" indent="-342900">
              <a:buFont typeface="Arial" panose="020B0604020202020204" pitchFamily="34" charset="0"/>
              <a:buChar char="•"/>
            </a:pPr>
            <a:r>
              <a:rPr lang="en-US" sz="2400" b="1" dirty="0"/>
              <a:t>Manual splitting may introduce bias</a:t>
            </a:r>
            <a:r>
              <a:rPr lang="en-US" sz="2400" dirty="0"/>
              <a:t>, reducing generalization.</a:t>
            </a:r>
            <a:endParaRPr lang="en-US" sz="2400" b="1" dirty="0"/>
          </a:p>
        </p:txBody>
      </p:sp>
      <p:pic>
        <p:nvPicPr>
          <p:cNvPr id="9" name="Picture 8">
            <a:extLst>
              <a:ext uri="{FF2B5EF4-FFF2-40B4-BE49-F238E27FC236}">
                <a16:creationId xmlns:a16="http://schemas.microsoft.com/office/drawing/2014/main" id="{A9FC6198-45BF-D22E-3550-F18717E07672}"/>
              </a:ext>
            </a:extLst>
          </p:cNvPr>
          <p:cNvPicPr>
            <a:picLocks noChangeAspect="1"/>
          </p:cNvPicPr>
          <p:nvPr/>
        </p:nvPicPr>
        <p:blipFill>
          <a:blip r:embed="rId8"/>
          <a:stretch>
            <a:fillRect/>
          </a:stretch>
        </p:blipFill>
        <p:spPr>
          <a:xfrm>
            <a:off x="15637072" y="5230025"/>
            <a:ext cx="2399484" cy="2399484"/>
          </a:xfrm>
          <a:prstGeom prst="rect">
            <a:avLst/>
          </a:prstGeom>
        </p:spPr>
      </p:pic>
      <p:pic>
        <p:nvPicPr>
          <p:cNvPr id="15" name="Picture 14">
            <a:extLst>
              <a:ext uri="{FF2B5EF4-FFF2-40B4-BE49-F238E27FC236}">
                <a16:creationId xmlns:a16="http://schemas.microsoft.com/office/drawing/2014/main" id="{8BAC9CBC-D201-B61C-E674-6F690A6B228A}"/>
              </a:ext>
            </a:extLst>
          </p:cNvPr>
          <p:cNvPicPr>
            <a:picLocks noChangeAspect="1"/>
          </p:cNvPicPr>
          <p:nvPr/>
        </p:nvPicPr>
        <p:blipFill>
          <a:blip r:embed="rId9"/>
          <a:stretch>
            <a:fillRect/>
          </a:stretch>
        </p:blipFill>
        <p:spPr>
          <a:xfrm>
            <a:off x="12318201" y="5183541"/>
            <a:ext cx="2445968" cy="2445968"/>
          </a:xfrm>
          <a:prstGeom prst="rect">
            <a:avLst/>
          </a:prstGeom>
        </p:spPr>
      </p:pic>
      <p:sp>
        <p:nvSpPr>
          <p:cNvPr id="27" name="Arrow: Down 26">
            <a:extLst>
              <a:ext uri="{FF2B5EF4-FFF2-40B4-BE49-F238E27FC236}">
                <a16:creationId xmlns:a16="http://schemas.microsoft.com/office/drawing/2014/main" id="{B0B0F365-EE1B-BEEE-2408-53C51D196D0B}"/>
              </a:ext>
            </a:extLst>
          </p:cNvPr>
          <p:cNvSpPr/>
          <p:nvPr/>
        </p:nvSpPr>
        <p:spPr>
          <a:xfrm rot="10455835">
            <a:off x="16598237" y="7684526"/>
            <a:ext cx="216914" cy="71471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Google Shape;176;p24">
            <a:extLst>
              <a:ext uri="{FF2B5EF4-FFF2-40B4-BE49-F238E27FC236}">
                <a16:creationId xmlns:a16="http://schemas.microsoft.com/office/drawing/2014/main" id="{1C83095B-3265-E252-9773-9FF803ECFEDD}"/>
              </a:ext>
            </a:extLst>
          </p:cNvPr>
          <p:cNvSpPr txBox="1"/>
          <p:nvPr/>
        </p:nvSpPr>
        <p:spPr>
          <a:xfrm>
            <a:off x="9326172" y="15332555"/>
            <a:ext cx="9989705" cy="1135240"/>
          </a:xfrm>
          <a:prstGeom prst="rect">
            <a:avLst/>
          </a:prstGeom>
          <a:noFill/>
          <a:ln>
            <a:noFill/>
          </a:ln>
        </p:spPr>
        <p:txBody>
          <a:bodyPr spcFirstLastPara="1" wrap="square" lIns="113138" tIns="113138" rIns="113138" bIns="113138" anchor="t" anchorCtr="0">
            <a:noAutofit/>
          </a:bodyPr>
          <a:lstStyle/>
          <a:p>
            <a:r>
              <a:rPr lang="en-US" sz="2000" dirty="0"/>
              <a:t>Fig 2: EfficientNetV2-B2 Architecture (</a:t>
            </a:r>
            <a:r>
              <a:rPr lang="en-US" sz="2000" dirty="0" err="1"/>
              <a:t>Aldakhil</a:t>
            </a:r>
            <a:r>
              <a:rPr lang="en-US" sz="2000" dirty="0"/>
              <a:t> and Almutairi, 2024).</a:t>
            </a:r>
            <a:endParaRPr sz="2000" dirty="0">
              <a:solidFill>
                <a:schemeClr val="dk1"/>
              </a:solidFill>
              <a:latin typeface="Oxygen"/>
              <a:ea typeface="Oxygen"/>
              <a:cs typeface="Oxygen"/>
              <a:sym typeface="Oxygen"/>
            </a:endParaRPr>
          </a:p>
        </p:txBody>
      </p:sp>
      <p:sp>
        <p:nvSpPr>
          <p:cNvPr id="8" name="Google Shape;176;p24">
            <a:extLst>
              <a:ext uri="{FF2B5EF4-FFF2-40B4-BE49-F238E27FC236}">
                <a16:creationId xmlns:a16="http://schemas.microsoft.com/office/drawing/2014/main" id="{DD1A537D-599E-FF17-953E-2DED61784C12}"/>
              </a:ext>
            </a:extLst>
          </p:cNvPr>
          <p:cNvSpPr txBox="1"/>
          <p:nvPr/>
        </p:nvSpPr>
        <p:spPr>
          <a:xfrm>
            <a:off x="11074303" y="11383662"/>
            <a:ext cx="4633669" cy="1135240"/>
          </a:xfrm>
          <a:prstGeom prst="rect">
            <a:avLst/>
          </a:prstGeom>
          <a:noFill/>
          <a:ln>
            <a:noFill/>
          </a:ln>
        </p:spPr>
        <p:txBody>
          <a:bodyPr spcFirstLastPara="1" wrap="square" lIns="113138" tIns="113138" rIns="113138" bIns="113138" anchor="t" anchorCtr="0">
            <a:noAutofit/>
          </a:bodyPr>
          <a:lstStyle/>
          <a:p>
            <a:r>
              <a:rPr lang="en-MY" sz="2000" dirty="0">
                <a:solidFill>
                  <a:schemeClr val="dk1"/>
                </a:solidFill>
                <a:latin typeface="Oxygen"/>
                <a:ea typeface="Oxygen"/>
                <a:cs typeface="Oxygen"/>
                <a:sym typeface="Oxygen"/>
              </a:rPr>
              <a:t>Fig 2: Flowchart of Methodology</a:t>
            </a:r>
            <a:endParaRPr sz="2000" dirty="0">
              <a:solidFill>
                <a:schemeClr val="dk1"/>
              </a:solidFill>
              <a:latin typeface="Oxygen"/>
              <a:ea typeface="Oxygen"/>
              <a:cs typeface="Oxygen"/>
              <a:sym typeface="Oxygen"/>
            </a:endParaRPr>
          </a:p>
        </p:txBody>
      </p:sp>
    </p:spTree>
  </p:cSld>
  <p:clrMapOvr>
    <a:masterClrMapping/>
  </p:clrMapOvr>
</p:sld>
</file>

<file path=ppt/theme/theme1.xml><?xml version="1.0" encoding="utf-8"?>
<a:theme xmlns:a="http://schemas.openxmlformats.org/drawingml/2006/main" name="Medical Anatomy Poster by Slidesgo">
  <a:themeElements>
    <a:clrScheme name="Simple Light">
      <a:dk1>
        <a:srgbClr val="000000"/>
      </a:dk1>
      <a:lt1>
        <a:srgbClr val="F8F5F1"/>
      </a:lt1>
      <a:dk2>
        <a:srgbClr val="BAD2FA"/>
      </a:dk2>
      <a:lt2>
        <a:srgbClr val="FFFFFF"/>
      </a:lt2>
      <a:accent1>
        <a:srgbClr val="E6E2DB"/>
      </a:accent1>
      <a:accent2>
        <a:srgbClr val="E0EAFB"/>
      </a:accent2>
      <a:accent3>
        <a:srgbClr val="99BFFF"/>
      </a:accent3>
      <a:accent4>
        <a:srgbClr val="6FA4FD"/>
      </a:accent4>
      <a:accent5>
        <a:srgbClr val="5E8CDD"/>
      </a:accent5>
      <a:accent6>
        <a:srgbClr val="3D5E99"/>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596</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Wingdings</vt:lpstr>
      <vt:lpstr>Arial</vt:lpstr>
      <vt:lpstr>Sen</vt:lpstr>
      <vt:lpstr>Calibri</vt:lpstr>
      <vt:lpstr>Oxygen</vt:lpstr>
      <vt:lpstr>Medical Anatomy Poster by Slidesgo</vt:lpstr>
      <vt:lpstr>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YAP JACK</cp:lastModifiedBy>
  <cp:revision>8</cp:revision>
  <dcterms:modified xsi:type="dcterms:W3CDTF">2025-06-30T18:47:00Z</dcterms:modified>
</cp:coreProperties>
</file>